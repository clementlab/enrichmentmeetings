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8" r:id="rId6"/>
    <p:sldId id="259" r:id="rId7"/>
    <p:sldId id="272" r:id="rId8"/>
    <p:sldId id="262" r:id="rId9"/>
    <p:sldId id="264" r:id="rId10"/>
    <p:sldId id="263" r:id="rId11"/>
    <p:sldId id="265" r:id="rId12"/>
    <p:sldId id="267" r:id="rId13"/>
    <p:sldId id="266" r:id="rId14"/>
    <p:sldId id="268" r:id="rId15"/>
    <p:sldId id="269" r:id="rId16"/>
    <p:sldId id="271" r:id="rId17"/>
  </p:sldIdLst>
  <p:sldSz cx="14630400" cy="8229600"/>
  <p:notesSz cx="6858000" cy="9144000"/>
  <p:defaultTextStyle>
    <a:defPPr>
      <a:defRPr lang="en-US"/>
    </a:defPPr>
    <a:lvl1pPr marL="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5356"/>
    <a:srgbClr val="A31527"/>
    <a:srgbClr val="A21727"/>
    <a:srgbClr val="CC0000"/>
    <a:srgbClr val="B01C32"/>
    <a:srgbClr val="CCCDCC"/>
    <a:srgbClr val="EDEEED"/>
    <a:srgbClr val="872C90"/>
    <a:srgbClr val="C51C30"/>
    <a:srgbClr val="1AA5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337C6E-6317-48A0-95EB-7C876B68FA67}" v="60" dt="2026-01-29T21:47:08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660" autoAdjust="0"/>
  </p:normalViewPr>
  <p:slideViewPr>
    <p:cSldViewPr snapToGrid="0" snapToObjects="1" showGuides="1">
      <p:cViewPr varScale="1">
        <p:scale>
          <a:sx n="129" d="100"/>
          <a:sy n="129" d="100"/>
        </p:scale>
        <p:origin x="396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Tye" userId="65099887-eb74-45b6-990f-7b89b11dffe2" providerId="ADAL" clId="{256E048D-C08D-4454-8E7F-4114E74922DA}"/>
    <pc:docChg chg="undo custSel addSld delSld modSld sldOrd">
      <pc:chgData name="Jacob Tye" userId="65099887-eb74-45b6-990f-7b89b11dffe2" providerId="ADAL" clId="{256E048D-C08D-4454-8E7F-4114E74922DA}" dt="2026-01-29T21:47:08.120" v="431"/>
      <pc:docMkLst>
        <pc:docMk/>
      </pc:docMkLst>
      <pc:sldChg chg="addSp delSp modSp mod modAnim">
        <pc:chgData name="Jacob Tye" userId="65099887-eb74-45b6-990f-7b89b11dffe2" providerId="ADAL" clId="{256E048D-C08D-4454-8E7F-4114E74922DA}" dt="2026-01-29T21:46:10.255" v="421"/>
        <pc:sldMkLst>
          <pc:docMk/>
          <pc:sldMk cId="0" sldId="258"/>
        </pc:sldMkLst>
        <pc:spChg chg="mod">
          <ac:chgData name="Jacob Tye" userId="65099887-eb74-45b6-990f-7b89b11dffe2" providerId="ADAL" clId="{256E048D-C08D-4454-8E7F-4114E74922DA}" dt="2026-01-29T15:47:02.275" v="0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Jacob Tye" userId="65099887-eb74-45b6-990f-7b89b11dffe2" providerId="ADAL" clId="{256E048D-C08D-4454-8E7F-4114E74922DA}" dt="2026-01-29T15:47:02.275" v="0" actId="26606"/>
          <ac:spMkLst>
            <pc:docMk/>
            <pc:sldMk cId="0" sldId="258"/>
            <ac:spMk id="3" creationId="{00000000-0000-0000-0000-000000000000}"/>
          </ac:spMkLst>
        </pc:spChg>
        <pc:graphicFrameChg chg="add mod modGraphic">
          <ac:chgData name="Jacob Tye" userId="65099887-eb74-45b6-990f-7b89b11dffe2" providerId="ADAL" clId="{256E048D-C08D-4454-8E7F-4114E74922DA}" dt="2026-01-29T15:49:06.978" v="20" actId="20577"/>
          <ac:graphicFrameMkLst>
            <pc:docMk/>
            <pc:sldMk cId="0" sldId="258"/>
            <ac:graphicFrameMk id="5" creationId="{AA27673B-9245-FD60-44D2-8387AF4F706D}"/>
          </ac:graphicFrameMkLst>
        </pc:graphicFrameChg>
        <pc:picChg chg="add mod">
          <ac:chgData name="Jacob Tye" userId="65099887-eb74-45b6-990f-7b89b11dffe2" providerId="ADAL" clId="{256E048D-C08D-4454-8E7F-4114E74922DA}" dt="2026-01-29T15:48:44.397" v="9" actId="1076"/>
          <ac:picMkLst>
            <pc:docMk/>
            <pc:sldMk cId="0" sldId="258"/>
            <ac:picMk id="1026" creationId="{03357D3C-E733-F603-BF3D-7129C166FBF9}"/>
          </ac:picMkLst>
        </pc:picChg>
      </pc:sldChg>
      <pc:sldChg chg="addSp delSp modSp add del mod modAnim">
        <pc:chgData name="Jacob Tye" userId="65099887-eb74-45b6-990f-7b89b11dffe2" providerId="ADAL" clId="{256E048D-C08D-4454-8E7F-4114E74922DA}" dt="2026-01-29T21:46:21.062" v="423"/>
        <pc:sldMkLst>
          <pc:docMk/>
          <pc:sldMk cId="0" sldId="259"/>
        </pc:sldMkLst>
        <pc:spChg chg="mod">
          <ac:chgData name="Jacob Tye" userId="65099887-eb74-45b6-990f-7b89b11dffe2" providerId="ADAL" clId="{256E048D-C08D-4454-8E7F-4114E74922DA}" dt="2026-01-29T15:51:17.269" v="165" actId="2660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cob Tye" userId="65099887-eb74-45b6-990f-7b89b11dffe2" providerId="ADAL" clId="{256E048D-C08D-4454-8E7F-4114E74922DA}" dt="2026-01-29T15:51:17.269" v="165" actId="26606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Jacob Tye" userId="65099887-eb74-45b6-990f-7b89b11dffe2" providerId="ADAL" clId="{256E048D-C08D-4454-8E7F-4114E74922DA}" dt="2026-01-29T16:00:32.434" v="235" actId="26606"/>
          <ac:spMkLst>
            <pc:docMk/>
            <pc:sldMk cId="0" sldId="259"/>
            <ac:spMk id="4" creationId="{EEEEC966-920C-0F1E-91FD-7B3368058F37}"/>
          </ac:spMkLst>
        </pc:spChg>
        <pc:graphicFrameChg chg="add del">
          <ac:chgData name="Jacob Tye" userId="65099887-eb74-45b6-990f-7b89b11dffe2" providerId="ADAL" clId="{256E048D-C08D-4454-8E7F-4114E74922DA}" dt="2026-01-29T16:00:11.566" v="231" actId="11529"/>
          <ac:graphicFrameMkLst>
            <pc:docMk/>
            <pc:sldMk cId="0" sldId="259"/>
            <ac:graphicFrameMk id="5" creationId="{896A9C7A-5556-EDC5-B940-3710138C595D}"/>
          </ac:graphicFrameMkLst>
        </pc:graphicFrameChg>
        <pc:graphicFrameChg chg="add mod">
          <ac:chgData name="Jacob Tye" userId="65099887-eb74-45b6-990f-7b89b11dffe2" providerId="ADAL" clId="{256E048D-C08D-4454-8E7F-4114E74922DA}" dt="2026-01-29T16:00:41.965" v="237" actId="113"/>
          <ac:graphicFrameMkLst>
            <pc:docMk/>
            <pc:sldMk cId="0" sldId="259"/>
            <ac:graphicFrameMk id="6" creationId="{81C91E71-5B33-1DA3-7B86-251E1686E2F4}"/>
          </ac:graphicFrameMkLst>
        </pc:graphicFrameChg>
      </pc:sldChg>
      <pc:sldChg chg="addSp delSp modSp del mod">
        <pc:chgData name="Jacob Tye" userId="65099887-eb74-45b6-990f-7b89b11dffe2" providerId="ADAL" clId="{256E048D-C08D-4454-8E7F-4114E74922DA}" dt="2026-01-29T15:59:40.030" v="228" actId="47"/>
        <pc:sldMkLst>
          <pc:docMk/>
          <pc:sldMk cId="0" sldId="260"/>
        </pc:sldMkLst>
        <pc:spChg chg="mod">
          <ac:chgData name="Jacob Tye" userId="65099887-eb74-45b6-990f-7b89b11dffe2" providerId="ADAL" clId="{256E048D-C08D-4454-8E7F-4114E74922DA}" dt="2026-01-29T15:51:26.992" v="166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acob Tye" userId="65099887-eb74-45b6-990f-7b89b11dffe2" providerId="ADAL" clId="{256E048D-C08D-4454-8E7F-4114E74922DA}" dt="2026-01-29T15:51:26.992" v="166" actId="26606"/>
          <ac:spMkLst>
            <pc:docMk/>
            <pc:sldMk cId="0" sldId="260"/>
            <ac:spMk id="3" creationId="{00000000-0000-0000-0000-000000000000}"/>
          </ac:spMkLst>
        </pc:spChg>
        <pc:graphicFrameChg chg="add">
          <ac:chgData name="Jacob Tye" userId="65099887-eb74-45b6-990f-7b89b11dffe2" providerId="ADAL" clId="{256E048D-C08D-4454-8E7F-4114E74922DA}" dt="2026-01-29T15:51:26.992" v="166" actId="26606"/>
          <ac:graphicFrameMkLst>
            <pc:docMk/>
            <pc:sldMk cId="0" sldId="260"/>
            <ac:graphicFrameMk id="5" creationId="{205B3E44-0CA6-731E-BAEC-C64E1D6465C2}"/>
          </ac:graphicFrameMkLst>
        </pc:graphicFrameChg>
      </pc:sldChg>
      <pc:sldChg chg="modSp del mod">
        <pc:chgData name="Jacob Tye" userId="65099887-eb74-45b6-990f-7b89b11dffe2" providerId="ADAL" clId="{256E048D-C08D-4454-8E7F-4114E74922DA}" dt="2026-01-29T16:00:50.528" v="238" actId="47"/>
        <pc:sldMkLst>
          <pc:docMk/>
          <pc:sldMk cId="0" sldId="261"/>
        </pc:sldMkLst>
        <pc:spChg chg="mod">
          <ac:chgData name="Jacob Tye" userId="65099887-eb74-45b6-990f-7b89b11dffe2" providerId="ADAL" clId="{256E048D-C08D-4454-8E7F-4114E74922DA}" dt="2026-01-29T15:59:58.671" v="230" actId="21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 modClrScheme chgLayout">
        <pc:chgData name="Jacob Tye" userId="65099887-eb74-45b6-990f-7b89b11dffe2" providerId="ADAL" clId="{256E048D-C08D-4454-8E7F-4114E74922DA}" dt="2026-01-29T16:05:22.731" v="248" actId="1076"/>
        <pc:sldMkLst>
          <pc:docMk/>
          <pc:sldMk cId="0" sldId="262"/>
        </pc:sldMkLst>
        <pc:spChg chg="mod ord">
          <ac:chgData name="Jacob Tye" userId="65099887-eb74-45b6-990f-7b89b11dffe2" providerId="ADAL" clId="{256E048D-C08D-4454-8E7F-4114E74922DA}" dt="2026-01-29T16:05:02.543" v="243" actId="2660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Jacob Tye" userId="65099887-eb74-45b6-990f-7b89b11dffe2" providerId="ADAL" clId="{256E048D-C08D-4454-8E7F-4114E74922DA}" dt="2026-01-29T16:05:02.543" v="243" actId="26606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Jacob Tye" userId="65099887-eb74-45b6-990f-7b89b11dffe2" providerId="ADAL" clId="{256E048D-C08D-4454-8E7F-4114E74922DA}" dt="2026-01-29T16:05:16.528" v="246" actId="14100"/>
          <ac:spMkLst>
            <pc:docMk/>
            <pc:sldMk cId="0" sldId="262"/>
            <ac:spMk id="10" creationId="{69A1FC60-945A-2C9B-357F-84372EB394C5}"/>
          </ac:spMkLst>
        </pc:spChg>
        <pc:picChg chg="add mod">
          <ac:chgData name="Jacob Tye" userId="65099887-eb74-45b6-990f-7b89b11dffe2" providerId="ADAL" clId="{256E048D-C08D-4454-8E7F-4114E74922DA}" dt="2026-01-29T16:05:22.731" v="248" actId="1076"/>
          <ac:picMkLst>
            <pc:docMk/>
            <pc:sldMk cId="0" sldId="262"/>
            <ac:picMk id="5" creationId="{AC74C91C-36D0-8609-5054-3E1860EFF360}"/>
          </ac:picMkLst>
        </pc:picChg>
      </pc:sldChg>
      <pc:sldChg chg="modSp mod">
        <pc:chgData name="Jacob Tye" userId="65099887-eb74-45b6-990f-7b89b11dffe2" providerId="ADAL" clId="{256E048D-C08D-4454-8E7F-4114E74922DA}" dt="2026-01-29T21:29:30.075" v="380" actId="20577"/>
        <pc:sldMkLst>
          <pc:docMk/>
          <pc:sldMk cId="0" sldId="263"/>
        </pc:sldMkLst>
        <pc:spChg chg="mod">
          <ac:chgData name="Jacob Tye" userId="65099887-eb74-45b6-990f-7b89b11dffe2" providerId="ADAL" clId="{256E048D-C08D-4454-8E7F-4114E74922DA}" dt="2026-01-29T16:05:39.964" v="249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cob Tye" userId="65099887-eb74-45b6-990f-7b89b11dffe2" providerId="ADAL" clId="{256E048D-C08D-4454-8E7F-4114E74922DA}" dt="2026-01-29T21:29:30.075" v="380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 ord modAnim">
        <pc:chgData name="Jacob Tye" userId="65099887-eb74-45b6-990f-7b89b11dffe2" providerId="ADAL" clId="{256E048D-C08D-4454-8E7F-4114E74922DA}" dt="2026-01-29T21:46:46.517" v="428"/>
        <pc:sldMkLst>
          <pc:docMk/>
          <pc:sldMk cId="0" sldId="264"/>
        </pc:sldMkLst>
        <pc:spChg chg="mod">
          <ac:chgData name="Jacob Tye" userId="65099887-eb74-45b6-990f-7b89b11dffe2" providerId="ADAL" clId="{256E048D-C08D-4454-8E7F-4114E74922DA}" dt="2026-01-29T21:46:39.796" v="426" actId="26606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Jacob Tye" userId="65099887-eb74-45b6-990f-7b89b11dffe2" providerId="ADAL" clId="{256E048D-C08D-4454-8E7F-4114E74922DA}" dt="2026-01-29T21:46:39.796" v="426" actId="26606"/>
          <ac:spMkLst>
            <pc:docMk/>
            <pc:sldMk cId="0" sldId="264"/>
            <ac:spMk id="3" creationId="{00000000-0000-0000-0000-000000000000}"/>
          </ac:spMkLst>
        </pc:spChg>
        <pc:graphicFrameChg chg="add">
          <ac:chgData name="Jacob Tye" userId="65099887-eb74-45b6-990f-7b89b11dffe2" providerId="ADAL" clId="{256E048D-C08D-4454-8E7F-4114E74922DA}" dt="2026-01-29T21:46:39.796" v="426" actId="26606"/>
          <ac:graphicFrameMkLst>
            <pc:docMk/>
            <pc:sldMk cId="0" sldId="264"/>
            <ac:graphicFrameMk id="5" creationId="{7CAD3E23-9E3C-0BBB-0F6D-5CAFA8273BF5}"/>
          </ac:graphicFrameMkLst>
        </pc:graphicFrameChg>
      </pc:sldChg>
      <pc:sldChg chg="addSp delSp modSp mod modAnim">
        <pc:chgData name="Jacob Tye" userId="65099887-eb74-45b6-990f-7b89b11dffe2" providerId="ADAL" clId="{256E048D-C08D-4454-8E7F-4114E74922DA}" dt="2026-01-29T21:47:08.120" v="431"/>
        <pc:sldMkLst>
          <pc:docMk/>
          <pc:sldMk cId="0" sldId="265"/>
        </pc:sldMkLst>
        <pc:spChg chg="mod">
          <ac:chgData name="Jacob Tye" userId="65099887-eb74-45b6-990f-7b89b11dffe2" providerId="ADAL" clId="{256E048D-C08D-4454-8E7F-4114E74922DA}" dt="2026-01-29T21:47:02.111" v="429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Jacob Tye" userId="65099887-eb74-45b6-990f-7b89b11dffe2" providerId="ADAL" clId="{256E048D-C08D-4454-8E7F-4114E74922DA}" dt="2026-01-29T21:47:02.111" v="429" actId="26606"/>
          <ac:spMkLst>
            <pc:docMk/>
            <pc:sldMk cId="0" sldId="265"/>
            <ac:spMk id="3" creationId="{00000000-0000-0000-0000-000000000000}"/>
          </ac:spMkLst>
        </pc:spChg>
        <pc:graphicFrameChg chg="add">
          <ac:chgData name="Jacob Tye" userId="65099887-eb74-45b6-990f-7b89b11dffe2" providerId="ADAL" clId="{256E048D-C08D-4454-8E7F-4114E74922DA}" dt="2026-01-29T21:47:02.111" v="429" actId="26606"/>
          <ac:graphicFrameMkLst>
            <pc:docMk/>
            <pc:sldMk cId="0" sldId="265"/>
            <ac:graphicFrameMk id="5" creationId="{D2E395D8-ABEF-EBF0-1944-515B7E7AE6DE}"/>
          </ac:graphicFrameMkLst>
        </pc:graphicFrameChg>
      </pc:sldChg>
      <pc:sldChg chg="modSp mod">
        <pc:chgData name="Jacob Tye" userId="65099887-eb74-45b6-990f-7b89b11dffe2" providerId="ADAL" clId="{256E048D-C08D-4454-8E7F-4114E74922DA}" dt="2026-01-29T21:24:44.301" v="376" actId="20577"/>
        <pc:sldMkLst>
          <pc:docMk/>
          <pc:sldMk cId="0" sldId="266"/>
        </pc:sldMkLst>
        <pc:spChg chg="mod">
          <ac:chgData name="Jacob Tye" userId="65099887-eb74-45b6-990f-7b89b11dffe2" providerId="ADAL" clId="{256E048D-C08D-4454-8E7F-4114E74922DA}" dt="2026-01-29T21:24:44.301" v="376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ord">
        <pc:chgData name="Jacob Tye" userId="65099887-eb74-45b6-990f-7b89b11dffe2" providerId="ADAL" clId="{256E048D-C08D-4454-8E7F-4114E74922DA}" dt="2026-01-29T21:29:41.459" v="382" actId="20577"/>
        <pc:sldMkLst>
          <pc:docMk/>
          <pc:sldMk cId="0" sldId="267"/>
        </pc:sldMkLst>
        <pc:spChg chg="mod">
          <ac:chgData name="Jacob Tye" userId="65099887-eb74-45b6-990f-7b89b11dffe2" providerId="ADAL" clId="{256E048D-C08D-4454-8E7F-4114E74922DA}" dt="2026-01-29T21:29:41.459" v="382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Jacob Tye" userId="65099887-eb74-45b6-990f-7b89b11dffe2" providerId="ADAL" clId="{256E048D-C08D-4454-8E7F-4114E74922DA}" dt="2026-01-29T21:41:14.762" v="384" actId="20577"/>
        <pc:sldMkLst>
          <pc:docMk/>
          <pc:sldMk cId="0" sldId="268"/>
        </pc:sldMkLst>
        <pc:spChg chg="mod">
          <ac:chgData name="Jacob Tye" userId="65099887-eb74-45b6-990f-7b89b11dffe2" providerId="ADAL" clId="{256E048D-C08D-4454-8E7F-4114E74922DA}" dt="2026-01-29T21:41:14.762" v="384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Jacob Tye" userId="65099887-eb74-45b6-990f-7b89b11dffe2" providerId="ADAL" clId="{256E048D-C08D-4454-8E7F-4114E74922DA}" dt="2026-01-29T21:45:45.263" v="418" actId="20577"/>
        <pc:sldMkLst>
          <pc:docMk/>
          <pc:sldMk cId="0" sldId="269"/>
        </pc:sldMkLst>
        <pc:spChg chg="mod">
          <ac:chgData name="Jacob Tye" userId="65099887-eb74-45b6-990f-7b89b11dffe2" providerId="ADAL" clId="{256E048D-C08D-4454-8E7F-4114E74922DA}" dt="2026-01-29T21:45:40.109" v="415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Jacob Tye" userId="65099887-eb74-45b6-990f-7b89b11dffe2" providerId="ADAL" clId="{256E048D-C08D-4454-8E7F-4114E74922DA}" dt="2026-01-29T21:45:45.263" v="418" actId="20577"/>
          <ac:spMkLst>
            <pc:docMk/>
            <pc:sldMk cId="0" sldId="269"/>
            <ac:spMk id="3" creationId="{00000000-0000-0000-0000-000000000000}"/>
          </ac:spMkLst>
        </pc:spChg>
      </pc:sldChg>
      <pc:sldChg chg="del">
        <pc:chgData name="Jacob Tye" userId="65099887-eb74-45b6-990f-7b89b11dffe2" providerId="ADAL" clId="{256E048D-C08D-4454-8E7F-4114E74922DA}" dt="2026-01-29T21:45:48.440" v="419" actId="47"/>
        <pc:sldMkLst>
          <pc:docMk/>
          <pc:sldMk cId="0" sldId="270"/>
        </pc:sldMkLst>
      </pc:sldChg>
      <pc:sldChg chg="modSp add mod modAnim">
        <pc:chgData name="Jacob Tye" userId="65099887-eb74-45b6-990f-7b89b11dffe2" providerId="ADAL" clId="{256E048D-C08D-4454-8E7F-4114E74922DA}" dt="2026-01-29T21:46:26.842" v="425"/>
        <pc:sldMkLst>
          <pc:docMk/>
          <pc:sldMk cId="364967830" sldId="272"/>
        </pc:sldMkLst>
        <pc:spChg chg="mod">
          <ac:chgData name="Jacob Tye" userId="65099887-eb74-45b6-990f-7b89b11dffe2" providerId="ADAL" clId="{256E048D-C08D-4454-8E7F-4114E74922DA}" dt="2026-01-29T15:53:14.539" v="185" actId="20577"/>
          <ac:spMkLst>
            <pc:docMk/>
            <pc:sldMk cId="364967830" sldId="272"/>
            <ac:spMk id="2" creationId="{99A8E599-5175-34E3-8A11-72323DB936C1}"/>
          </ac:spMkLst>
        </pc:spChg>
        <pc:graphicFrameChg chg="mod modGraphic">
          <ac:chgData name="Jacob Tye" userId="65099887-eb74-45b6-990f-7b89b11dffe2" providerId="ADAL" clId="{256E048D-C08D-4454-8E7F-4114E74922DA}" dt="2026-01-29T15:59:27.296" v="227" actId="20577"/>
          <ac:graphicFrameMkLst>
            <pc:docMk/>
            <pc:sldMk cId="364967830" sldId="272"/>
            <ac:graphicFrameMk id="5" creationId="{B2DFADF8-14FD-2EEA-BEE4-ECB6C02B1408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E3BB8E-5784-437B-92EC-6F9FDDD0B3B3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75EBC4-B613-4737-B29A-27052C149CDE}">
      <dgm:prSet/>
      <dgm:spPr/>
      <dgm:t>
        <a:bodyPr/>
        <a:lstStyle/>
        <a:p>
          <a:r>
            <a:rPr lang="en-US" b="0" i="0" baseline="0" dirty="0"/>
            <a:t>A list of commands written down and saved into a file.</a:t>
          </a:r>
          <a:endParaRPr lang="en-US" dirty="0"/>
        </a:p>
      </dgm:t>
    </dgm:pt>
    <dgm:pt modelId="{39112245-3CF0-459E-BD02-D3E0A13C5440}" type="parTrans" cxnId="{ADBC8A6E-1852-45B7-8D6C-74DC3393CEC2}">
      <dgm:prSet/>
      <dgm:spPr/>
      <dgm:t>
        <a:bodyPr/>
        <a:lstStyle/>
        <a:p>
          <a:endParaRPr lang="en-US"/>
        </a:p>
      </dgm:t>
    </dgm:pt>
    <dgm:pt modelId="{62E6249D-7659-4C2F-8352-2FA3FCAFC035}" type="sibTrans" cxnId="{ADBC8A6E-1852-45B7-8D6C-74DC3393CEC2}">
      <dgm:prSet/>
      <dgm:spPr/>
      <dgm:t>
        <a:bodyPr/>
        <a:lstStyle/>
        <a:p>
          <a:endParaRPr lang="en-US"/>
        </a:p>
      </dgm:t>
    </dgm:pt>
    <dgm:pt modelId="{EF8CCAB6-B406-4254-83FC-DEF35E9DE0AA}" type="pres">
      <dgm:prSet presAssocID="{97E3BB8E-5784-437B-92EC-6F9FDDD0B3B3}" presName="vert0" presStyleCnt="0">
        <dgm:presLayoutVars>
          <dgm:dir/>
          <dgm:animOne val="branch"/>
          <dgm:animLvl val="lvl"/>
        </dgm:presLayoutVars>
      </dgm:prSet>
      <dgm:spPr/>
    </dgm:pt>
    <dgm:pt modelId="{E202C4EE-1813-432A-84AB-1B3183799818}" type="pres">
      <dgm:prSet presAssocID="{3B75EBC4-B613-4737-B29A-27052C149CDE}" presName="thickLine" presStyleLbl="alignNode1" presStyleIdx="0" presStyleCnt="1"/>
      <dgm:spPr/>
    </dgm:pt>
    <dgm:pt modelId="{24AFF87D-580F-4808-A7AE-5B8B87A387CC}" type="pres">
      <dgm:prSet presAssocID="{3B75EBC4-B613-4737-B29A-27052C149CDE}" presName="horz1" presStyleCnt="0"/>
      <dgm:spPr/>
    </dgm:pt>
    <dgm:pt modelId="{F6CD7144-FEFD-4EE8-8718-2BECA274F248}" type="pres">
      <dgm:prSet presAssocID="{3B75EBC4-B613-4737-B29A-27052C149CDE}" presName="tx1" presStyleLbl="revTx" presStyleIdx="0" presStyleCnt="1"/>
      <dgm:spPr/>
    </dgm:pt>
    <dgm:pt modelId="{0ED40349-EAF8-4DF6-960D-6FD7355F10F9}" type="pres">
      <dgm:prSet presAssocID="{3B75EBC4-B613-4737-B29A-27052C149CDE}" presName="vert1" presStyleCnt="0"/>
      <dgm:spPr/>
    </dgm:pt>
  </dgm:ptLst>
  <dgm:cxnLst>
    <dgm:cxn modelId="{5EF4E903-C166-487F-A995-E51BBBF188B0}" type="presOf" srcId="{97E3BB8E-5784-437B-92EC-6F9FDDD0B3B3}" destId="{EF8CCAB6-B406-4254-83FC-DEF35E9DE0AA}" srcOrd="0" destOrd="0" presId="urn:microsoft.com/office/officeart/2008/layout/LinedList"/>
    <dgm:cxn modelId="{ADBC8A6E-1852-45B7-8D6C-74DC3393CEC2}" srcId="{97E3BB8E-5784-437B-92EC-6F9FDDD0B3B3}" destId="{3B75EBC4-B613-4737-B29A-27052C149CDE}" srcOrd="0" destOrd="0" parTransId="{39112245-3CF0-459E-BD02-D3E0A13C5440}" sibTransId="{62E6249D-7659-4C2F-8352-2FA3FCAFC035}"/>
    <dgm:cxn modelId="{C8BE05F1-65FB-4B58-BABF-8CD6CA2713E1}" type="presOf" srcId="{3B75EBC4-B613-4737-B29A-27052C149CDE}" destId="{F6CD7144-FEFD-4EE8-8718-2BECA274F248}" srcOrd="0" destOrd="0" presId="urn:microsoft.com/office/officeart/2008/layout/LinedList"/>
    <dgm:cxn modelId="{E0CBF65F-B5CB-4C47-84AB-0738CE983E38}" type="presParOf" srcId="{EF8CCAB6-B406-4254-83FC-DEF35E9DE0AA}" destId="{E202C4EE-1813-432A-84AB-1B3183799818}" srcOrd="0" destOrd="0" presId="urn:microsoft.com/office/officeart/2008/layout/LinedList"/>
    <dgm:cxn modelId="{81DCDEF9-DD06-46F8-9B93-F0837003CAD2}" type="presParOf" srcId="{EF8CCAB6-B406-4254-83FC-DEF35E9DE0AA}" destId="{24AFF87D-580F-4808-A7AE-5B8B87A387CC}" srcOrd="1" destOrd="0" presId="urn:microsoft.com/office/officeart/2008/layout/LinedList"/>
    <dgm:cxn modelId="{AD255922-F73F-4F55-BB02-A31FC13E1FD1}" type="presParOf" srcId="{24AFF87D-580F-4808-A7AE-5B8B87A387CC}" destId="{F6CD7144-FEFD-4EE8-8718-2BECA274F248}" srcOrd="0" destOrd="0" presId="urn:microsoft.com/office/officeart/2008/layout/LinedList"/>
    <dgm:cxn modelId="{0B7D4326-C72F-48D3-A047-B2E0902B3545}" type="presParOf" srcId="{24AFF87D-580F-4808-A7AE-5B8B87A387CC}" destId="{0ED40349-EAF8-4DF6-960D-6FD7355F10F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C5C981-A74B-474B-B322-25B8E37E38C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0961A2-069D-42A5-9389-B28B6C4E4A8A}">
      <dgm:prSet/>
      <dgm:spPr/>
      <dgm:t>
        <a:bodyPr/>
        <a:lstStyle/>
        <a:p>
          <a:pPr>
            <a:defRPr b="1"/>
          </a:pPr>
          <a:r>
            <a:rPr lang="en-US" b="0" i="0" baseline="0"/>
            <a:t>Help avoid mistakes</a:t>
          </a:r>
          <a:endParaRPr lang="en-US" b="0"/>
        </a:p>
      </dgm:t>
    </dgm:pt>
    <dgm:pt modelId="{BE55A22D-1516-4CF8-913D-1E04A10CB882}" type="parTrans" cxnId="{CC73E414-3A27-4EA4-A8E5-8AECD9F461AD}">
      <dgm:prSet/>
      <dgm:spPr/>
      <dgm:t>
        <a:bodyPr/>
        <a:lstStyle/>
        <a:p>
          <a:endParaRPr lang="en-US"/>
        </a:p>
      </dgm:t>
    </dgm:pt>
    <dgm:pt modelId="{4B6B06C9-6F74-4977-AAAB-4C013F2D5398}" type="sibTrans" cxnId="{CC73E414-3A27-4EA4-A8E5-8AECD9F461AD}">
      <dgm:prSet/>
      <dgm:spPr/>
      <dgm:t>
        <a:bodyPr/>
        <a:lstStyle/>
        <a:p>
          <a:endParaRPr lang="en-US"/>
        </a:p>
      </dgm:t>
    </dgm:pt>
    <dgm:pt modelId="{8212612C-FD3D-4A31-9408-CA502D9F7EA1}">
      <dgm:prSet/>
      <dgm:spPr/>
      <dgm:t>
        <a:bodyPr/>
        <a:lstStyle/>
        <a:p>
          <a:r>
            <a:rPr lang="en-US" b="0" i="0" baseline="0"/>
            <a:t>Reduce typos</a:t>
          </a:r>
          <a:endParaRPr lang="en-US" b="0"/>
        </a:p>
      </dgm:t>
    </dgm:pt>
    <dgm:pt modelId="{3C8AE814-EB14-4D77-AA6D-F811BE1564B0}" type="sibTrans" cxnId="{4BF2AC4A-89EA-462F-8D35-1421FD8BF119}">
      <dgm:prSet/>
      <dgm:spPr/>
      <dgm:t>
        <a:bodyPr/>
        <a:lstStyle/>
        <a:p>
          <a:endParaRPr lang="en-US"/>
        </a:p>
      </dgm:t>
    </dgm:pt>
    <dgm:pt modelId="{61FF2A26-0150-4C4A-BC2F-0DA0FAF0191B}" type="parTrans" cxnId="{4BF2AC4A-89EA-462F-8D35-1421FD8BF119}">
      <dgm:prSet/>
      <dgm:spPr/>
      <dgm:t>
        <a:bodyPr/>
        <a:lstStyle/>
        <a:p>
          <a:endParaRPr lang="en-US"/>
        </a:p>
      </dgm:t>
    </dgm:pt>
    <dgm:pt modelId="{6A11CB12-D9B1-43A4-B6EC-6442C75DA48C}">
      <dgm:prSet/>
      <dgm:spPr/>
      <dgm:t>
        <a:bodyPr/>
        <a:lstStyle/>
        <a:p>
          <a:r>
            <a:rPr lang="en-US" b="0" i="0" baseline="0"/>
            <a:t>Reduce forgetting steps</a:t>
          </a:r>
          <a:endParaRPr lang="en-US" b="0"/>
        </a:p>
      </dgm:t>
    </dgm:pt>
    <dgm:pt modelId="{708AB07A-C690-485F-B32B-EBE2B410BDC9}" type="sibTrans" cxnId="{3BAFDDB9-AF02-44A2-BB17-94E2F29CAB7A}">
      <dgm:prSet/>
      <dgm:spPr/>
      <dgm:t>
        <a:bodyPr/>
        <a:lstStyle/>
        <a:p>
          <a:endParaRPr lang="en-US"/>
        </a:p>
      </dgm:t>
    </dgm:pt>
    <dgm:pt modelId="{ECD0625D-5149-4B02-8839-BEB00D403332}" type="parTrans" cxnId="{3BAFDDB9-AF02-44A2-BB17-94E2F29CAB7A}">
      <dgm:prSet/>
      <dgm:spPr/>
      <dgm:t>
        <a:bodyPr/>
        <a:lstStyle/>
        <a:p>
          <a:endParaRPr lang="en-US"/>
        </a:p>
      </dgm:t>
    </dgm:pt>
    <dgm:pt modelId="{0D09F27E-DA24-46DD-A62A-97104B254423}">
      <dgm:prSet/>
      <dgm:spPr/>
      <dgm:t>
        <a:bodyPr/>
        <a:lstStyle/>
        <a:p>
          <a:pPr>
            <a:defRPr b="1"/>
          </a:pPr>
          <a:r>
            <a:rPr lang="en-US" b="0" i="0" baseline="0" dirty="0"/>
            <a:t>Speed up simple tasks</a:t>
          </a:r>
          <a:endParaRPr lang="en-US" b="0" dirty="0"/>
        </a:p>
      </dgm:t>
    </dgm:pt>
    <dgm:pt modelId="{21005D1B-2F9E-46A7-8EC0-FFB38BEAB9E1}" type="sibTrans" cxnId="{E84E5C35-AF9B-4209-85B8-26A16C872267}">
      <dgm:prSet/>
      <dgm:spPr/>
      <dgm:t>
        <a:bodyPr/>
        <a:lstStyle/>
        <a:p>
          <a:endParaRPr lang="en-US"/>
        </a:p>
      </dgm:t>
    </dgm:pt>
    <dgm:pt modelId="{F4DF300C-7681-41E3-9EDA-D6F2FC1CD97A}" type="parTrans" cxnId="{E84E5C35-AF9B-4209-85B8-26A16C872267}">
      <dgm:prSet/>
      <dgm:spPr/>
      <dgm:t>
        <a:bodyPr/>
        <a:lstStyle/>
        <a:p>
          <a:endParaRPr lang="en-US"/>
        </a:p>
      </dgm:t>
    </dgm:pt>
    <dgm:pt modelId="{07FE5D60-4785-4E99-82BA-42E96BC3D6BD}">
      <dgm:prSet/>
      <dgm:spPr/>
      <dgm:t>
        <a:bodyPr/>
        <a:lstStyle/>
        <a:p>
          <a:pPr>
            <a:defRPr b="1"/>
          </a:pPr>
          <a:r>
            <a:rPr lang="en-US" b="0" i="0" baseline="0" dirty="0"/>
            <a:t>Ease complex tasks that would be difficult to run manually</a:t>
          </a:r>
          <a:endParaRPr lang="en-US" b="0" dirty="0"/>
        </a:p>
      </dgm:t>
    </dgm:pt>
    <dgm:pt modelId="{2010464B-8851-4BB5-AAC4-0B50F3D0201F}" type="sibTrans" cxnId="{EC4ED2B1-E690-4395-BF30-0F74F2DB5EA3}">
      <dgm:prSet/>
      <dgm:spPr/>
      <dgm:t>
        <a:bodyPr/>
        <a:lstStyle/>
        <a:p>
          <a:endParaRPr lang="en-US"/>
        </a:p>
      </dgm:t>
    </dgm:pt>
    <dgm:pt modelId="{56B3998B-F1D3-49C1-A1EC-9CB25BE94F64}" type="parTrans" cxnId="{EC4ED2B1-E690-4395-BF30-0F74F2DB5EA3}">
      <dgm:prSet/>
      <dgm:spPr/>
      <dgm:t>
        <a:bodyPr/>
        <a:lstStyle/>
        <a:p>
          <a:endParaRPr lang="en-US"/>
        </a:p>
      </dgm:t>
    </dgm:pt>
    <dgm:pt modelId="{70B7BF5E-F31C-40F7-8BBB-B019EBE8E870}">
      <dgm:prSet/>
      <dgm:spPr/>
      <dgm:t>
        <a:bodyPr/>
        <a:lstStyle/>
        <a:p>
          <a:pPr>
            <a:defRPr b="1"/>
          </a:pPr>
          <a:r>
            <a:rPr lang="en-US" b="0"/>
            <a:t>Makes work repeatable</a:t>
          </a:r>
        </a:p>
      </dgm:t>
    </dgm:pt>
    <dgm:pt modelId="{F5339A2F-B610-4237-985E-57A06B1B04EF}" type="sibTrans" cxnId="{88983F1E-761E-41ED-8749-BB6ECCB96346}">
      <dgm:prSet/>
      <dgm:spPr/>
      <dgm:t>
        <a:bodyPr/>
        <a:lstStyle/>
        <a:p>
          <a:endParaRPr lang="en-US"/>
        </a:p>
      </dgm:t>
    </dgm:pt>
    <dgm:pt modelId="{B1E74360-BFDF-480E-ACC2-07ED2FA58954}" type="parTrans" cxnId="{88983F1E-761E-41ED-8749-BB6ECCB96346}">
      <dgm:prSet/>
      <dgm:spPr/>
      <dgm:t>
        <a:bodyPr/>
        <a:lstStyle/>
        <a:p>
          <a:endParaRPr lang="en-US"/>
        </a:p>
      </dgm:t>
    </dgm:pt>
    <dgm:pt modelId="{6C030E15-3310-4DB4-8E17-0E3351B1F6C4}">
      <dgm:prSet/>
      <dgm:spPr/>
      <dgm:t>
        <a:bodyPr/>
        <a:lstStyle/>
        <a:p>
          <a:pPr>
            <a:defRPr b="1"/>
          </a:pPr>
          <a:r>
            <a:rPr lang="en-US" b="0" dirty="0"/>
            <a:t>Reduces mental load</a:t>
          </a:r>
        </a:p>
      </dgm:t>
    </dgm:pt>
    <dgm:pt modelId="{BD7AC418-8946-40A7-AF2E-95DE5FE45CBC}" type="sibTrans" cxnId="{9AF790F0-ADAA-4B27-B4E1-BE600450E11E}">
      <dgm:prSet/>
      <dgm:spPr/>
      <dgm:t>
        <a:bodyPr/>
        <a:lstStyle/>
        <a:p>
          <a:endParaRPr lang="en-US"/>
        </a:p>
      </dgm:t>
    </dgm:pt>
    <dgm:pt modelId="{76984102-0DA5-419B-B9AF-F456BF557678}" type="parTrans" cxnId="{9AF790F0-ADAA-4B27-B4E1-BE600450E11E}">
      <dgm:prSet/>
      <dgm:spPr/>
      <dgm:t>
        <a:bodyPr/>
        <a:lstStyle/>
        <a:p>
          <a:endParaRPr lang="en-US"/>
        </a:p>
      </dgm:t>
    </dgm:pt>
    <dgm:pt modelId="{B458D6C7-D3AB-4808-B187-BEB70D49D609}" type="pres">
      <dgm:prSet presAssocID="{D0C5C981-A74B-474B-B322-25B8E37E38CB}" presName="root" presStyleCnt="0">
        <dgm:presLayoutVars>
          <dgm:dir/>
          <dgm:resizeHandles val="exact"/>
        </dgm:presLayoutVars>
      </dgm:prSet>
      <dgm:spPr/>
    </dgm:pt>
    <dgm:pt modelId="{DE3C51B4-D6B3-4004-A766-F5941B735A28}" type="pres">
      <dgm:prSet presAssocID="{3B0961A2-069D-42A5-9389-B28B6C4E4A8A}" presName="compNode" presStyleCnt="0"/>
      <dgm:spPr/>
    </dgm:pt>
    <dgm:pt modelId="{54F0270E-D627-41A4-AB72-7E63F1E851F1}" type="pres">
      <dgm:prSet presAssocID="{3B0961A2-069D-42A5-9389-B28B6C4E4A8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19975CB-1C24-48F1-8FB6-F34E68E2C366}" type="pres">
      <dgm:prSet presAssocID="{3B0961A2-069D-42A5-9389-B28B6C4E4A8A}" presName="iconSpace" presStyleCnt="0"/>
      <dgm:spPr/>
    </dgm:pt>
    <dgm:pt modelId="{73F599F5-33E3-4161-B804-C1A6CE04F904}" type="pres">
      <dgm:prSet presAssocID="{3B0961A2-069D-42A5-9389-B28B6C4E4A8A}" presName="parTx" presStyleLbl="revTx" presStyleIdx="0" presStyleCnt="10">
        <dgm:presLayoutVars>
          <dgm:chMax val="0"/>
          <dgm:chPref val="0"/>
        </dgm:presLayoutVars>
      </dgm:prSet>
      <dgm:spPr/>
    </dgm:pt>
    <dgm:pt modelId="{C18D7EBC-5178-496F-BBDE-9E89458C604D}" type="pres">
      <dgm:prSet presAssocID="{3B0961A2-069D-42A5-9389-B28B6C4E4A8A}" presName="txSpace" presStyleCnt="0"/>
      <dgm:spPr/>
    </dgm:pt>
    <dgm:pt modelId="{5728BD44-8319-43FA-8635-C3A6933318B4}" type="pres">
      <dgm:prSet presAssocID="{3B0961A2-069D-42A5-9389-B28B6C4E4A8A}" presName="desTx" presStyleLbl="revTx" presStyleIdx="1" presStyleCnt="10">
        <dgm:presLayoutVars/>
      </dgm:prSet>
      <dgm:spPr/>
    </dgm:pt>
    <dgm:pt modelId="{703AE325-83FA-420D-900A-6CD3A3636BAD}" type="pres">
      <dgm:prSet presAssocID="{4B6B06C9-6F74-4977-AAAB-4C013F2D5398}" presName="sibTrans" presStyleCnt="0"/>
      <dgm:spPr/>
    </dgm:pt>
    <dgm:pt modelId="{D1F2EAC3-E91D-446D-B8A4-4FC438B36FEC}" type="pres">
      <dgm:prSet presAssocID="{0D09F27E-DA24-46DD-A62A-97104B254423}" presName="compNode" presStyleCnt="0"/>
      <dgm:spPr/>
    </dgm:pt>
    <dgm:pt modelId="{AEA348FE-01E4-4590-B488-C63771EB7F6B}" type="pres">
      <dgm:prSet presAssocID="{0D09F27E-DA24-46DD-A62A-97104B25442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310F231-D58E-4D9A-A5B5-AB971E40E2FF}" type="pres">
      <dgm:prSet presAssocID="{0D09F27E-DA24-46DD-A62A-97104B254423}" presName="iconSpace" presStyleCnt="0"/>
      <dgm:spPr/>
    </dgm:pt>
    <dgm:pt modelId="{5759FEBE-FF9C-4394-A798-6403915D8B5B}" type="pres">
      <dgm:prSet presAssocID="{0D09F27E-DA24-46DD-A62A-97104B254423}" presName="parTx" presStyleLbl="revTx" presStyleIdx="2" presStyleCnt="10">
        <dgm:presLayoutVars>
          <dgm:chMax val="0"/>
          <dgm:chPref val="0"/>
        </dgm:presLayoutVars>
      </dgm:prSet>
      <dgm:spPr/>
    </dgm:pt>
    <dgm:pt modelId="{5DE52663-41A8-47C3-9B3C-15E409195D6A}" type="pres">
      <dgm:prSet presAssocID="{0D09F27E-DA24-46DD-A62A-97104B254423}" presName="txSpace" presStyleCnt="0"/>
      <dgm:spPr/>
    </dgm:pt>
    <dgm:pt modelId="{79B62547-A747-49E4-9A10-F6A08D4BB937}" type="pres">
      <dgm:prSet presAssocID="{0D09F27E-DA24-46DD-A62A-97104B254423}" presName="desTx" presStyleLbl="revTx" presStyleIdx="3" presStyleCnt="10">
        <dgm:presLayoutVars/>
      </dgm:prSet>
      <dgm:spPr/>
    </dgm:pt>
    <dgm:pt modelId="{4C4DE5FD-A2CA-4E19-A3F0-2CB43CDC54C3}" type="pres">
      <dgm:prSet presAssocID="{21005D1B-2F9E-46A7-8EC0-FFB38BEAB9E1}" presName="sibTrans" presStyleCnt="0"/>
      <dgm:spPr/>
    </dgm:pt>
    <dgm:pt modelId="{AC24537C-74C4-4A07-B6BE-3ABECE5095AA}" type="pres">
      <dgm:prSet presAssocID="{07FE5D60-4785-4E99-82BA-42E96BC3D6BD}" presName="compNode" presStyleCnt="0"/>
      <dgm:spPr/>
    </dgm:pt>
    <dgm:pt modelId="{FD51DED5-1EF9-4777-AA88-5630C5740B9C}" type="pres">
      <dgm:prSet presAssocID="{07FE5D60-4785-4E99-82BA-42E96BC3D6B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1F172B8-04C6-4032-B24A-6FD2DC975401}" type="pres">
      <dgm:prSet presAssocID="{07FE5D60-4785-4E99-82BA-42E96BC3D6BD}" presName="iconSpace" presStyleCnt="0"/>
      <dgm:spPr/>
    </dgm:pt>
    <dgm:pt modelId="{D3170819-FEB1-4233-BE1F-9377B4DA4B90}" type="pres">
      <dgm:prSet presAssocID="{07FE5D60-4785-4E99-82BA-42E96BC3D6BD}" presName="parTx" presStyleLbl="revTx" presStyleIdx="4" presStyleCnt="10">
        <dgm:presLayoutVars>
          <dgm:chMax val="0"/>
          <dgm:chPref val="0"/>
        </dgm:presLayoutVars>
      </dgm:prSet>
      <dgm:spPr/>
    </dgm:pt>
    <dgm:pt modelId="{2C50D52F-0864-4A36-9C9E-635B108224F2}" type="pres">
      <dgm:prSet presAssocID="{07FE5D60-4785-4E99-82BA-42E96BC3D6BD}" presName="txSpace" presStyleCnt="0"/>
      <dgm:spPr/>
    </dgm:pt>
    <dgm:pt modelId="{7A44A84A-BDF5-4252-A3E5-1A236EDAFC42}" type="pres">
      <dgm:prSet presAssocID="{07FE5D60-4785-4E99-82BA-42E96BC3D6BD}" presName="desTx" presStyleLbl="revTx" presStyleIdx="5" presStyleCnt="10">
        <dgm:presLayoutVars/>
      </dgm:prSet>
      <dgm:spPr/>
    </dgm:pt>
    <dgm:pt modelId="{49CAB18D-DCC9-4221-A986-61495EE90552}" type="pres">
      <dgm:prSet presAssocID="{2010464B-8851-4BB5-AAC4-0B50F3D0201F}" presName="sibTrans" presStyleCnt="0"/>
      <dgm:spPr/>
    </dgm:pt>
    <dgm:pt modelId="{E11B0684-3DFC-47FC-996F-8EDF4A355E97}" type="pres">
      <dgm:prSet presAssocID="{70B7BF5E-F31C-40F7-8BBB-B019EBE8E870}" presName="compNode" presStyleCnt="0"/>
      <dgm:spPr/>
    </dgm:pt>
    <dgm:pt modelId="{891179D5-9231-48C9-AF23-D0E5F272173D}" type="pres">
      <dgm:prSet presAssocID="{70B7BF5E-F31C-40F7-8BBB-B019EBE8E87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26F812D4-6FE6-4F7B-96D0-BC8C059A2CB9}" type="pres">
      <dgm:prSet presAssocID="{70B7BF5E-F31C-40F7-8BBB-B019EBE8E870}" presName="iconSpace" presStyleCnt="0"/>
      <dgm:spPr/>
    </dgm:pt>
    <dgm:pt modelId="{7E362807-41CC-4FE9-A7FB-4119E1DA64BE}" type="pres">
      <dgm:prSet presAssocID="{70B7BF5E-F31C-40F7-8BBB-B019EBE8E870}" presName="parTx" presStyleLbl="revTx" presStyleIdx="6" presStyleCnt="10">
        <dgm:presLayoutVars>
          <dgm:chMax val="0"/>
          <dgm:chPref val="0"/>
        </dgm:presLayoutVars>
      </dgm:prSet>
      <dgm:spPr/>
    </dgm:pt>
    <dgm:pt modelId="{26EC1F06-11F9-40B3-BFCE-560F31A0A38B}" type="pres">
      <dgm:prSet presAssocID="{70B7BF5E-F31C-40F7-8BBB-B019EBE8E870}" presName="txSpace" presStyleCnt="0"/>
      <dgm:spPr/>
    </dgm:pt>
    <dgm:pt modelId="{9A9A57E6-6FA7-448A-A957-97E168E28CAD}" type="pres">
      <dgm:prSet presAssocID="{70B7BF5E-F31C-40F7-8BBB-B019EBE8E870}" presName="desTx" presStyleLbl="revTx" presStyleIdx="7" presStyleCnt="10">
        <dgm:presLayoutVars/>
      </dgm:prSet>
      <dgm:spPr/>
    </dgm:pt>
    <dgm:pt modelId="{B4C11B0A-0C65-4D89-8FD0-B3F8C1B0A91C}" type="pres">
      <dgm:prSet presAssocID="{F5339A2F-B610-4237-985E-57A06B1B04EF}" presName="sibTrans" presStyleCnt="0"/>
      <dgm:spPr/>
    </dgm:pt>
    <dgm:pt modelId="{A4620967-4B12-4026-9075-5A3AD2AA0F84}" type="pres">
      <dgm:prSet presAssocID="{6C030E15-3310-4DB4-8E17-0E3351B1F6C4}" presName="compNode" presStyleCnt="0"/>
      <dgm:spPr/>
    </dgm:pt>
    <dgm:pt modelId="{8BD40242-1C68-4D58-AEAE-62B2BC5CE5BB}" type="pres">
      <dgm:prSet presAssocID="{6C030E15-3310-4DB4-8E17-0E3351B1F6C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C585E380-7FE1-4FB4-8884-740F1BE7D0B4}" type="pres">
      <dgm:prSet presAssocID="{6C030E15-3310-4DB4-8E17-0E3351B1F6C4}" presName="iconSpace" presStyleCnt="0"/>
      <dgm:spPr/>
    </dgm:pt>
    <dgm:pt modelId="{19B27BC4-8599-490B-B9C8-ABD2B6610567}" type="pres">
      <dgm:prSet presAssocID="{6C030E15-3310-4DB4-8E17-0E3351B1F6C4}" presName="parTx" presStyleLbl="revTx" presStyleIdx="8" presStyleCnt="10">
        <dgm:presLayoutVars>
          <dgm:chMax val="0"/>
          <dgm:chPref val="0"/>
        </dgm:presLayoutVars>
      </dgm:prSet>
      <dgm:spPr/>
    </dgm:pt>
    <dgm:pt modelId="{3AD0DE8D-6C34-48EF-AB5F-7BF02A4F63FB}" type="pres">
      <dgm:prSet presAssocID="{6C030E15-3310-4DB4-8E17-0E3351B1F6C4}" presName="txSpace" presStyleCnt="0"/>
      <dgm:spPr/>
    </dgm:pt>
    <dgm:pt modelId="{7162FEF8-14F1-462C-A41A-C5C625B02150}" type="pres">
      <dgm:prSet presAssocID="{6C030E15-3310-4DB4-8E17-0E3351B1F6C4}" presName="desTx" presStyleLbl="revTx" presStyleIdx="9" presStyleCnt="10">
        <dgm:presLayoutVars/>
      </dgm:prSet>
      <dgm:spPr/>
    </dgm:pt>
  </dgm:ptLst>
  <dgm:cxnLst>
    <dgm:cxn modelId="{CC73E414-3A27-4EA4-A8E5-8AECD9F461AD}" srcId="{D0C5C981-A74B-474B-B322-25B8E37E38CB}" destId="{3B0961A2-069D-42A5-9389-B28B6C4E4A8A}" srcOrd="0" destOrd="0" parTransId="{BE55A22D-1516-4CF8-913D-1E04A10CB882}" sibTransId="{4B6B06C9-6F74-4977-AAAB-4C013F2D5398}"/>
    <dgm:cxn modelId="{EAB00D1A-BEE5-41F7-BC0F-1FB9EC8FB5A4}" type="presOf" srcId="{6A11CB12-D9B1-43A4-B6EC-6442C75DA48C}" destId="{5728BD44-8319-43FA-8635-C3A6933318B4}" srcOrd="0" destOrd="1" presId="urn:microsoft.com/office/officeart/2018/2/layout/IconLabelDescriptionList"/>
    <dgm:cxn modelId="{88983F1E-761E-41ED-8749-BB6ECCB96346}" srcId="{D0C5C981-A74B-474B-B322-25B8E37E38CB}" destId="{70B7BF5E-F31C-40F7-8BBB-B019EBE8E870}" srcOrd="3" destOrd="0" parTransId="{B1E74360-BFDF-480E-ACC2-07ED2FA58954}" sibTransId="{F5339A2F-B610-4237-985E-57A06B1B04EF}"/>
    <dgm:cxn modelId="{E84E5C35-AF9B-4209-85B8-26A16C872267}" srcId="{D0C5C981-A74B-474B-B322-25B8E37E38CB}" destId="{0D09F27E-DA24-46DD-A62A-97104B254423}" srcOrd="1" destOrd="0" parTransId="{F4DF300C-7681-41E3-9EDA-D6F2FC1CD97A}" sibTransId="{21005D1B-2F9E-46A7-8EC0-FFB38BEAB9E1}"/>
    <dgm:cxn modelId="{4BF2AC4A-89EA-462F-8D35-1421FD8BF119}" srcId="{3B0961A2-069D-42A5-9389-B28B6C4E4A8A}" destId="{8212612C-FD3D-4A31-9408-CA502D9F7EA1}" srcOrd="0" destOrd="0" parTransId="{61FF2A26-0150-4C4A-BC2F-0DA0FAF0191B}" sibTransId="{3C8AE814-EB14-4D77-AA6D-F811BE1564B0}"/>
    <dgm:cxn modelId="{99EDF46F-335A-45CB-B182-74822C2A26E7}" type="presOf" srcId="{6C030E15-3310-4DB4-8E17-0E3351B1F6C4}" destId="{19B27BC4-8599-490B-B9C8-ABD2B6610567}" srcOrd="0" destOrd="0" presId="urn:microsoft.com/office/officeart/2018/2/layout/IconLabelDescriptionList"/>
    <dgm:cxn modelId="{4AEEE37E-E26F-4604-B2B5-5CDE4E3641BB}" type="presOf" srcId="{70B7BF5E-F31C-40F7-8BBB-B019EBE8E870}" destId="{7E362807-41CC-4FE9-A7FB-4119E1DA64BE}" srcOrd="0" destOrd="0" presId="urn:microsoft.com/office/officeart/2018/2/layout/IconLabelDescriptionList"/>
    <dgm:cxn modelId="{30E2C6A0-33E5-4DD4-8931-953755DC6A9B}" type="presOf" srcId="{8212612C-FD3D-4A31-9408-CA502D9F7EA1}" destId="{5728BD44-8319-43FA-8635-C3A6933318B4}" srcOrd="0" destOrd="0" presId="urn:microsoft.com/office/officeart/2018/2/layout/IconLabelDescriptionList"/>
    <dgm:cxn modelId="{A40D2BA2-F0E3-4DB4-B2AF-E4F82AF0C4D2}" type="presOf" srcId="{D0C5C981-A74B-474B-B322-25B8E37E38CB}" destId="{B458D6C7-D3AB-4808-B187-BEB70D49D609}" srcOrd="0" destOrd="0" presId="urn:microsoft.com/office/officeart/2018/2/layout/IconLabelDescriptionList"/>
    <dgm:cxn modelId="{EC4ED2B1-E690-4395-BF30-0F74F2DB5EA3}" srcId="{D0C5C981-A74B-474B-B322-25B8E37E38CB}" destId="{07FE5D60-4785-4E99-82BA-42E96BC3D6BD}" srcOrd="2" destOrd="0" parTransId="{56B3998B-F1D3-49C1-A1EC-9CB25BE94F64}" sibTransId="{2010464B-8851-4BB5-AAC4-0B50F3D0201F}"/>
    <dgm:cxn modelId="{3BAFDDB9-AF02-44A2-BB17-94E2F29CAB7A}" srcId="{3B0961A2-069D-42A5-9389-B28B6C4E4A8A}" destId="{6A11CB12-D9B1-43A4-B6EC-6442C75DA48C}" srcOrd="1" destOrd="0" parTransId="{ECD0625D-5149-4B02-8839-BEB00D403332}" sibTransId="{708AB07A-C690-485F-B32B-EBE2B410BDC9}"/>
    <dgm:cxn modelId="{5144E7C6-CF0F-4F94-8E9C-AE3D6506B226}" type="presOf" srcId="{0D09F27E-DA24-46DD-A62A-97104B254423}" destId="{5759FEBE-FF9C-4394-A798-6403915D8B5B}" srcOrd="0" destOrd="0" presId="urn:microsoft.com/office/officeart/2018/2/layout/IconLabelDescriptionList"/>
    <dgm:cxn modelId="{BC0BE9E4-F178-4046-A837-AC62CF370A2D}" type="presOf" srcId="{3B0961A2-069D-42A5-9389-B28B6C4E4A8A}" destId="{73F599F5-33E3-4161-B804-C1A6CE04F904}" srcOrd="0" destOrd="0" presId="urn:microsoft.com/office/officeart/2018/2/layout/IconLabelDescriptionList"/>
    <dgm:cxn modelId="{08E9CFE7-E293-4722-BC74-306EFC8E02AB}" type="presOf" srcId="{07FE5D60-4785-4E99-82BA-42E96BC3D6BD}" destId="{D3170819-FEB1-4233-BE1F-9377B4DA4B90}" srcOrd="0" destOrd="0" presId="urn:microsoft.com/office/officeart/2018/2/layout/IconLabelDescriptionList"/>
    <dgm:cxn modelId="{9AF790F0-ADAA-4B27-B4E1-BE600450E11E}" srcId="{D0C5C981-A74B-474B-B322-25B8E37E38CB}" destId="{6C030E15-3310-4DB4-8E17-0E3351B1F6C4}" srcOrd="4" destOrd="0" parTransId="{76984102-0DA5-419B-B9AF-F456BF557678}" sibTransId="{BD7AC418-8946-40A7-AF2E-95DE5FE45CBC}"/>
    <dgm:cxn modelId="{6064B5A0-0128-4908-82E1-CFB29D137A76}" type="presParOf" srcId="{B458D6C7-D3AB-4808-B187-BEB70D49D609}" destId="{DE3C51B4-D6B3-4004-A766-F5941B735A28}" srcOrd="0" destOrd="0" presId="urn:microsoft.com/office/officeart/2018/2/layout/IconLabelDescriptionList"/>
    <dgm:cxn modelId="{907A6E12-3690-46E4-9016-F4E0E16BA9C8}" type="presParOf" srcId="{DE3C51B4-D6B3-4004-A766-F5941B735A28}" destId="{54F0270E-D627-41A4-AB72-7E63F1E851F1}" srcOrd="0" destOrd="0" presId="urn:microsoft.com/office/officeart/2018/2/layout/IconLabelDescriptionList"/>
    <dgm:cxn modelId="{FD8BA45E-6802-4FEA-94AC-D068015567C7}" type="presParOf" srcId="{DE3C51B4-D6B3-4004-A766-F5941B735A28}" destId="{419975CB-1C24-48F1-8FB6-F34E68E2C366}" srcOrd="1" destOrd="0" presId="urn:microsoft.com/office/officeart/2018/2/layout/IconLabelDescriptionList"/>
    <dgm:cxn modelId="{E8ECFE72-6F70-4DF7-B71A-CF506DA14631}" type="presParOf" srcId="{DE3C51B4-D6B3-4004-A766-F5941B735A28}" destId="{73F599F5-33E3-4161-B804-C1A6CE04F904}" srcOrd="2" destOrd="0" presId="urn:microsoft.com/office/officeart/2018/2/layout/IconLabelDescriptionList"/>
    <dgm:cxn modelId="{C8730EAC-05D5-45C4-8F96-D36CF5AAAD13}" type="presParOf" srcId="{DE3C51B4-D6B3-4004-A766-F5941B735A28}" destId="{C18D7EBC-5178-496F-BBDE-9E89458C604D}" srcOrd="3" destOrd="0" presId="urn:microsoft.com/office/officeart/2018/2/layout/IconLabelDescriptionList"/>
    <dgm:cxn modelId="{36E55F40-8A66-48B9-AB35-B5E14AD0FCA1}" type="presParOf" srcId="{DE3C51B4-D6B3-4004-A766-F5941B735A28}" destId="{5728BD44-8319-43FA-8635-C3A6933318B4}" srcOrd="4" destOrd="0" presId="urn:microsoft.com/office/officeart/2018/2/layout/IconLabelDescriptionList"/>
    <dgm:cxn modelId="{C00F7FC9-7ED2-4B31-98EF-A3C25943928A}" type="presParOf" srcId="{B458D6C7-D3AB-4808-B187-BEB70D49D609}" destId="{703AE325-83FA-420D-900A-6CD3A3636BAD}" srcOrd="1" destOrd="0" presId="urn:microsoft.com/office/officeart/2018/2/layout/IconLabelDescriptionList"/>
    <dgm:cxn modelId="{0D76951E-DD82-468A-82C3-A533CE69DAFD}" type="presParOf" srcId="{B458D6C7-D3AB-4808-B187-BEB70D49D609}" destId="{D1F2EAC3-E91D-446D-B8A4-4FC438B36FEC}" srcOrd="2" destOrd="0" presId="urn:microsoft.com/office/officeart/2018/2/layout/IconLabelDescriptionList"/>
    <dgm:cxn modelId="{4730A03F-0EB2-4914-A515-69C8310A8C2C}" type="presParOf" srcId="{D1F2EAC3-E91D-446D-B8A4-4FC438B36FEC}" destId="{AEA348FE-01E4-4590-B488-C63771EB7F6B}" srcOrd="0" destOrd="0" presId="urn:microsoft.com/office/officeart/2018/2/layout/IconLabelDescriptionList"/>
    <dgm:cxn modelId="{3A666A2C-863C-4C95-B29F-9747472BFABA}" type="presParOf" srcId="{D1F2EAC3-E91D-446D-B8A4-4FC438B36FEC}" destId="{3310F231-D58E-4D9A-A5B5-AB971E40E2FF}" srcOrd="1" destOrd="0" presId="urn:microsoft.com/office/officeart/2018/2/layout/IconLabelDescriptionList"/>
    <dgm:cxn modelId="{3AC282BA-D19A-4AAB-9438-6B4BC5F1C244}" type="presParOf" srcId="{D1F2EAC3-E91D-446D-B8A4-4FC438B36FEC}" destId="{5759FEBE-FF9C-4394-A798-6403915D8B5B}" srcOrd="2" destOrd="0" presId="urn:microsoft.com/office/officeart/2018/2/layout/IconLabelDescriptionList"/>
    <dgm:cxn modelId="{77B806BB-D8A9-48C0-BC42-047F7254E9CE}" type="presParOf" srcId="{D1F2EAC3-E91D-446D-B8A4-4FC438B36FEC}" destId="{5DE52663-41A8-47C3-9B3C-15E409195D6A}" srcOrd="3" destOrd="0" presId="urn:microsoft.com/office/officeart/2018/2/layout/IconLabelDescriptionList"/>
    <dgm:cxn modelId="{1DBAB5DA-5084-46FF-86E4-7CAB04571B82}" type="presParOf" srcId="{D1F2EAC3-E91D-446D-B8A4-4FC438B36FEC}" destId="{79B62547-A747-49E4-9A10-F6A08D4BB937}" srcOrd="4" destOrd="0" presId="urn:microsoft.com/office/officeart/2018/2/layout/IconLabelDescriptionList"/>
    <dgm:cxn modelId="{B3E4CFAE-68BB-4CEA-8C63-A0F0E2D88CC7}" type="presParOf" srcId="{B458D6C7-D3AB-4808-B187-BEB70D49D609}" destId="{4C4DE5FD-A2CA-4E19-A3F0-2CB43CDC54C3}" srcOrd="3" destOrd="0" presId="urn:microsoft.com/office/officeart/2018/2/layout/IconLabelDescriptionList"/>
    <dgm:cxn modelId="{0645A69D-147D-4F5E-8740-27522FC3DD9A}" type="presParOf" srcId="{B458D6C7-D3AB-4808-B187-BEB70D49D609}" destId="{AC24537C-74C4-4A07-B6BE-3ABECE5095AA}" srcOrd="4" destOrd="0" presId="urn:microsoft.com/office/officeart/2018/2/layout/IconLabelDescriptionList"/>
    <dgm:cxn modelId="{B1A6DE4C-BE51-4E72-BA0D-A9D2E4241E27}" type="presParOf" srcId="{AC24537C-74C4-4A07-B6BE-3ABECE5095AA}" destId="{FD51DED5-1EF9-4777-AA88-5630C5740B9C}" srcOrd="0" destOrd="0" presId="urn:microsoft.com/office/officeart/2018/2/layout/IconLabelDescriptionList"/>
    <dgm:cxn modelId="{71F6C746-164E-4A64-B4C0-793BD18587FE}" type="presParOf" srcId="{AC24537C-74C4-4A07-B6BE-3ABECE5095AA}" destId="{E1F172B8-04C6-4032-B24A-6FD2DC975401}" srcOrd="1" destOrd="0" presId="urn:microsoft.com/office/officeart/2018/2/layout/IconLabelDescriptionList"/>
    <dgm:cxn modelId="{23B7AA2D-F16F-48ED-B94F-1B7F5CD51C5B}" type="presParOf" srcId="{AC24537C-74C4-4A07-B6BE-3ABECE5095AA}" destId="{D3170819-FEB1-4233-BE1F-9377B4DA4B90}" srcOrd="2" destOrd="0" presId="urn:microsoft.com/office/officeart/2018/2/layout/IconLabelDescriptionList"/>
    <dgm:cxn modelId="{DE056863-DBD6-43E8-8DF0-487F1219F232}" type="presParOf" srcId="{AC24537C-74C4-4A07-B6BE-3ABECE5095AA}" destId="{2C50D52F-0864-4A36-9C9E-635B108224F2}" srcOrd="3" destOrd="0" presId="urn:microsoft.com/office/officeart/2018/2/layout/IconLabelDescriptionList"/>
    <dgm:cxn modelId="{FCFBBDA8-6F42-4C54-B7FF-80068A5679CD}" type="presParOf" srcId="{AC24537C-74C4-4A07-B6BE-3ABECE5095AA}" destId="{7A44A84A-BDF5-4252-A3E5-1A236EDAFC42}" srcOrd="4" destOrd="0" presId="urn:microsoft.com/office/officeart/2018/2/layout/IconLabelDescriptionList"/>
    <dgm:cxn modelId="{CE13E468-8692-4CBA-AE28-350A839945E0}" type="presParOf" srcId="{B458D6C7-D3AB-4808-B187-BEB70D49D609}" destId="{49CAB18D-DCC9-4221-A986-61495EE90552}" srcOrd="5" destOrd="0" presId="urn:microsoft.com/office/officeart/2018/2/layout/IconLabelDescriptionList"/>
    <dgm:cxn modelId="{715D6D2E-B34E-4EF6-AE35-6D858E5876CB}" type="presParOf" srcId="{B458D6C7-D3AB-4808-B187-BEB70D49D609}" destId="{E11B0684-3DFC-47FC-996F-8EDF4A355E97}" srcOrd="6" destOrd="0" presId="urn:microsoft.com/office/officeart/2018/2/layout/IconLabelDescriptionList"/>
    <dgm:cxn modelId="{1586D7E2-6E54-4980-98AB-D11FC614FA6D}" type="presParOf" srcId="{E11B0684-3DFC-47FC-996F-8EDF4A355E97}" destId="{891179D5-9231-48C9-AF23-D0E5F272173D}" srcOrd="0" destOrd="0" presId="urn:microsoft.com/office/officeart/2018/2/layout/IconLabelDescriptionList"/>
    <dgm:cxn modelId="{EDB6ABE7-AA7E-46A1-9F50-4BFFDA7BA2BC}" type="presParOf" srcId="{E11B0684-3DFC-47FC-996F-8EDF4A355E97}" destId="{26F812D4-6FE6-4F7B-96D0-BC8C059A2CB9}" srcOrd="1" destOrd="0" presId="urn:microsoft.com/office/officeart/2018/2/layout/IconLabelDescriptionList"/>
    <dgm:cxn modelId="{37AAC659-0328-4C84-A049-878DD082A168}" type="presParOf" srcId="{E11B0684-3DFC-47FC-996F-8EDF4A355E97}" destId="{7E362807-41CC-4FE9-A7FB-4119E1DA64BE}" srcOrd="2" destOrd="0" presId="urn:microsoft.com/office/officeart/2018/2/layout/IconLabelDescriptionList"/>
    <dgm:cxn modelId="{1ADE6D9A-C117-4541-AABD-0C4752CCF99E}" type="presParOf" srcId="{E11B0684-3DFC-47FC-996F-8EDF4A355E97}" destId="{26EC1F06-11F9-40B3-BFCE-560F31A0A38B}" srcOrd="3" destOrd="0" presId="urn:microsoft.com/office/officeart/2018/2/layout/IconLabelDescriptionList"/>
    <dgm:cxn modelId="{437EC724-8817-45EA-B40E-0EDA4C96CFAE}" type="presParOf" srcId="{E11B0684-3DFC-47FC-996F-8EDF4A355E97}" destId="{9A9A57E6-6FA7-448A-A957-97E168E28CAD}" srcOrd="4" destOrd="0" presId="urn:microsoft.com/office/officeart/2018/2/layout/IconLabelDescriptionList"/>
    <dgm:cxn modelId="{B9F32AE8-D0A7-4406-BF31-06C55AD1236D}" type="presParOf" srcId="{B458D6C7-D3AB-4808-B187-BEB70D49D609}" destId="{B4C11B0A-0C65-4D89-8FD0-B3F8C1B0A91C}" srcOrd="7" destOrd="0" presId="urn:microsoft.com/office/officeart/2018/2/layout/IconLabelDescriptionList"/>
    <dgm:cxn modelId="{07F00E5E-04C5-4898-B226-810FC76396E4}" type="presParOf" srcId="{B458D6C7-D3AB-4808-B187-BEB70D49D609}" destId="{A4620967-4B12-4026-9075-5A3AD2AA0F84}" srcOrd="8" destOrd="0" presId="urn:microsoft.com/office/officeart/2018/2/layout/IconLabelDescriptionList"/>
    <dgm:cxn modelId="{4BEC9713-BEF4-4FE1-96D5-E89D17138EFC}" type="presParOf" srcId="{A4620967-4B12-4026-9075-5A3AD2AA0F84}" destId="{8BD40242-1C68-4D58-AEAE-62B2BC5CE5BB}" srcOrd="0" destOrd="0" presId="urn:microsoft.com/office/officeart/2018/2/layout/IconLabelDescriptionList"/>
    <dgm:cxn modelId="{82F392FD-0EFD-4BEC-95BC-4CABC5359D8C}" type="presParOf" srcId="{A4620967-4B12-4026-9075-5A3AD2AA0F84}" destId="{C585E380-7FE1-4FB4-8884-740F1BE7D0B4}" srcOrd="1" destOrd="0" presId="urn:microsoft.com/office/officeart/2018/2/layout/IconLabelDescriptionList"/>
    <dgm:cxn modelId="{478F6AF4-E5D3-4C5C-8E8D-7866B744DDFD}" type="presParOf" srcId="{A4620967-4B12-4026-9075-5A3AD2AA0F84}" destId="{19B27BC4-8599-490B-B9C8-ABD2B6610567}" srcOrd="2" destOrd="0" presId="urn:microsoft.com/office/officeart/2018/2/layout/IconLabelDescriptionList"/>
    <dgm:cxn modelId="{5939BF5D-412D-4523-B747-8D72D0854B7C}" type="presParOf" srcId="{A4620967-4B12-4026-9075-5A3AD2AA0F84}" destId="{3AD0DE8D-6C34-48EF-AB5F-7BF02A4F63FB}" srcOrd="3" destOrd="0" presId="urn:microsoft.com/office/officeart/2018/2/layout/IconLabelDescriptionList"/>
    <dgm:cxn modelId="{1A94C311-7678-4AB0-829C-2E0D711D449D}" type="presParOf" srcId="{A4620967-4B12-4026-9075-5A3AD2AA0F84}" destId="{7162FEF8-14F1-462C-A41A-C5C625B0215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42F675-C3FF-4B4A-A8CD-715F49158D6A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AAE1280-8497-4076-91BE-7AF7D7C1780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baseline="0" dirty="0"/>
            <a:t>Bash</a:t>
          </a:r>
          <a:endParaRPr lang="en-US" dirty="0"/>
        </a:p>
      </dgm:t>
    </dgm:pt>
    <dgm:pt modelId="{6796909A-9278-4A99-A923-39C2DE9C6907}" type="parTrans" cxnId="{F304278A-0AEB-42EC-83EE-77854B4713BB}">
      <dgm:prSet/>
      <dgm:spPr/>
      <dgm:t>
        <a:bodyPr/>
        <a:lstStyle/>
        <a:p>
          <a:endParaRPr lang="en-US"/>
        </a:p>
      </dgm:t>
    </dgm:pt>
    <dgm:pt modelId="{31E26756-8EC1-4359-B6FC-ACCC4D2B74BB}" type="sibTrans" cxnId="{F304278A-0AEB-42EC-83EE-77854B4713BB}">
      <dgm:prSet/>
      <dgm:spPr/>
      <dgm:t>
        <a:bodyPr/>
        <a:lstStyle/>
        <a:p>
          <a:endParaRPr lang="en-US"/>
        </a:p>
      </dgm:t>
    </dgm:pt>
    <dgm:pt modelId="{68869D93-E49E-43B7-96FD-2B1F4D5E385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baseline="0" dirty="0"/>
            <a:t>Expect</a:t>
          </a:r>
          <a:endParaRPr lang="en-US" dirty="0"/>
        </a:p>
      </dgm:t>
    </dgm:pt>
    <dgm:pt modelId="{85D27F07-D642-4BE4-B092-A3BEAE76E409}" type="parTrans" cxnId="{525D9096-9F32-4AB3-9175-5268A6A39D9B}">
      <dgm:prSet/>
      <dgm:spPr/>
      <dgm:t>
        <a:bodyPr/>
        <a:lstStyle/>
        <a:p>
          <a:endParaRPr lang="en-US"/>
        </a:p>
      </dgm:t>
    </dgm:pt>
    <dgm:pt modelId="{2A7490B3-2877-4539-B6F6-662DB9ED7290}" type="sibTrans" cxnId="{525D9096-9F32-4AB3-9175-5268A6A39D9B}">
      <dgm:prSet/>
      <dgm:spPr/>
      <dgm:t>
        <a:bodyPr/>
        <a:lstStyle/>
        <a:p>
          <a:endParaRPr lang="en-US"/>
        </a:p>
      </dgm:t>
    </dgm:pt>
    <dgm:pt modelId="{1C79E6E0-7583-4FF6-9FE1-DF4A2DB237D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Python</a:t>
          </a:r>
          <a:endParaRPr lang="en-US" dirty="0"/>
        </a:p>
      </dgm:t>
    </dgm:pt>
    <dgm:pt modelId="{6FAE23A9-AA9C-4011-B37A-894187955324}" type="parTrans" cxnId="{42DED5D0-54AC-4DCA-9732-A74F421D1E33}">
      <dgm:prSet/>
      <dgm:spPr/>
      <dgm:t>
        <a:bodyPr/>
        <a:lstStyle/>
        <a:p>
          <a:endParaRPr lang="en-US"/>
        </a:p>
      </dgm:t>
    </dgm:pt>
    <dgm:pt modelId="{83340BD4-1C95-4B68-BEEA-AF5B628E838F}" type="sibTrans" cxnId="{42DED5D0-54AC-4DCA-9732-A74F421D1E33}">
      <dgm:prSet/>
      <dgm:spPr/>
      <dgm:t>
        <a:bodyPr/>
        <a:lstStyle/>
        <a:p>
          <a:endParaRPr lang="en-US"/>
        </a:p>
      </dgm:t>
    </dgm:pt>
    <dgm:pt modelId="{63B05CDD-D1D5-4772-8767-82AFC9391FCA}" type="pres">
      <dgm:prSet presAssocID="{B142F675-C3FF-4B4A-A8CD-715F49158D6A}" presName="root" presStyleCnt="0">
        <dgm:presLayoutVars>
          <dgm:dir/>
          <dgm:resizeHandles val="exact"/>
        </dgm:presLayoutVars>
      </dgm:prSet>
      <dgm:spPr/>
    </dgm:pt>
    <dgm:pt modelId="{42AE6086-7B6D-41C9-AADB-2FF291D4B7CC}" type="pres">
      <dgm:prSet presAssocID="{2AAE1280-8497-4076-91BE-7AF7D7C1780C}" presName="compNode" presStyleCnt="0"/>
      <dgm:spPr/>
    </dgm:pt>
    <dgm:pt modelId="{61A2E2BD-0A61-4436-84E2-85C29EE09224}" type="pres">
      <dgm:prSet presAssocID="{2AAE1280-8497-4076-91BE-7AF7D7C1780C}" presName="iconRect" presStyleLbl="node1" presStyleIdx="0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dgm:spPr>
    </dgm:pt>
    <dgm:pt modelId="{FD4692B5-5893-448E-BBC0-9164334DDAE5}" type="pres">
      <dgm:prSet presAssocID="{2AAE1280-8497-4076-91BE-7AF7D7C1780C}" presName="iconSpace" presStyleCnt="0"/>
      <dgm:spPr/>
    </dgm:pt>
    <dgm:pt modelId="{9B662572-EC2B-4C4A-A8C1-D286EDDD4064}" type="pres">
      <dgm:prSet presAssocID="{2AAE1280-8497-4076-91BE-7AF7D7C1780C}" presName="parTx" presStyleLbl="revTx" presStyleIdx="0" presStyleCnt="6">
        <dgm:presLayoutVars>
          <dgm:chMax val="0"/>
          <dgm:chPref val="0"/>
        </dgm:presLayoutVars>
      </dgm:prSet>
      <dgm:spPr/>
    </dgm:pt>
    <dgm:pt modelId="{A489D1F2-463D-4E15-B671-C1C944102A39}" type="pres">
      <dgm:prSet presAssocID="{2AAE1280-8497-4076-91BE-7AF7D7C1780C}" presName="txSpace" presStyleCnt="0"/>
      <dgm:spPr/>
    </dgm:pt>
    <dgm:pt modelId="{1B70AE76-52BC-4CD3-86F5-2050635D9FE8}" type="pres">
      <dgm:prSet presAssocID="{2AAE1280-8497-4076-91BE-7AF7D7C1780C}" presName="desTx" presStyleLbl="revTx" presStyleIdx="1" presStyleCnt="6">
        <dgm:presLayoutVars/>
      </dgm:prSet>
      <dgm:spPr/>
    </dgm:pt>
    <dgm:pt modelId="{B8531D17-06A1-483C-BD64-4C073F163D71}" type="pres">
      <dgm:prSet presAssocID="{31E26756-8EC1-4359-B6FC-ACCC4D2B74BB}" presName="sibTrans" presStyleCnt="0"/>
      <dgm:spPr/>
    </dgm:pt>
    <dgm:pt modelId="{97003751-D289-4D0D-9712-FBEB26A94CF4}" type="pres">
      <dgm:prSet presAssocID="{68869D93-E49E-43B7-96FD-2B1F4D5E3858}" presName="compNode" presStyleCnt="0"/>
      <dgm:spPr/>
    </dgm:pt>
    <dgm:pt modelId="{80F49F6A-0543-4C83-9B29-6616B6ED3B39}" type="pres">
      <dgm:prSet presAssocID="{68869D93-E49E-43B7-96FD-2B1F4D5E3858}" presName="iconRect" presStyleLbl="node1" presStyleIdx="1" presStyleCnt="3"/>
      <dgm:spPr>
        <a:blipFill dpi="0" rotWithShape="1">
          <a:blip xmlns:r="http://schemas.openxmlformats.org/officeDocument/2006/relationships" r:embed="rId2"/>
          <a:srcRect/>
          <a:stretch>
            <a:fillRect l="1566" t="33806" r="-2394" b="35265"/>
          </a:stretch>
        </a:blipFill>
        <a:ln>
          <a:noFill/>
        </a:ln>
      </dgm:spPr>
    </dgm:pt>
    <dgm:pt modelId="{8A32E5C7-DB9F-47E2-B73A-94BC96D6C26D}" type="pres">
      <dgm:prSet presAssocID="{68869D93-E49E-43B7-96FD-2B1F4D5E3858}" presName="iconSpace" presStyleCnt="0"/>
      <dgm:spPr/>
    </dgm:pt>
    <dgm:pt modelId="{92C0614A-BB5C-4437-A2DF-4A2839FB0A90}" type="pres">
      <dgm:prSet presAssocID="{68869D93-E49E-43B7-96FD-2B1F4D5E3858}" presName="parTx" presStyleLbl="revTx" presStyleIdx="2" presStyleCnt="6">
        <dgm:presLayoutVars>
          <dgm:chMax val="0"/>
          <dgm:chPref val="0"/>
        </dgm:presLayoutVars>
      </dgm:prSet>
      <dgm:spPr/>
    </dgm:pt>
    <dgm:pt modelId="{220D7F05-EA63-4F8F-BD67-3516F5C1C411}" type="pres">
      <dgm:prSet presAssocID="{68869D93-E49E-43B7-96FD-2B1F4D5E3858}" presName="txSpace" presStyleCnt="0"/>
      <dgm:spPr/>
    </dgm:pt>
    <dgm:pt modelId="{D7B086B0-84CC-46ED-80D7-F792C14E29F8}" type="pres">
      <dgm:prSet presAssocID="{68869D93-E49E-43B7-96FD-2B1F4D5E3858}" presName="desTx" presStyleLbl="revTx" presStyleIdx="3" presStyleCnt="6">
        <dgm:presLayoutVars/>
      </dgm:prSet>
      <dgm:spPr/>
    </dgm:pt>
    <dgm:pt modelId="{59F089BA-E880-4B2E-9CBB-399AF2698FB5}" type="pres">
      <dgm:prSet presAssocID="{2A7490B3-2877-4539-B6F6-662DB9ED7290}" presName="sibTrans" presStyleCnt="0"/>
      <dgm:spPr/>
    </dgm:pt>
    <dgm:pt modelId="{F8F75C40-D29B-4D09-8AFD-6FC1FDD5F1B8}" type="pres">
      <dgm:prSet presAssocID="{1C79E6E0-7583-4FF6-9FE1-DF4A2DB237DF}" presName="compNode" presStyleCnt="0"/>
      <dgm:spPr/>
    </dgm:pt>
    <dgm:pt modelId="{45A1C182-9575-4601-A730-43621ACA08C7}" type="pres">
      <dgm:prSet presAssocID="{1C79E6E0-7583-4FF6-9FE1-DF4A2DB237DF}" presName="iconRect" presStyleLbl="node1" presStyleIdx="2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BF7B1EF8-D9F2-4662-A8EC-C1A5DB69D5D4}" type="pres">
      <dgm:prSet presAssocID="{1C79E6E0-7583-4FF6-9FE1-DF4A2DB237DF}" presName="iconSpace" presStyleCnt="0"/>
      <dgm:spPr/>
    </dgm:pt>
    <dgm:pt modelId="{2A233E37-4BAB-4225-8008-09780A79DE35}" type="pres">
      <dgm:prSet presAssocID="{1C79E6E0-7583-4FF6-9FE1-DF4A2DB237DF}" presName="parTx" presStyleLbl="revTx" presStyleIdx="4" presStyleCnt="6">
        <dgm:presLayoutVars>
          <dgm:chMax val="0"/>
          <dgm:chPref val="0"/>
        </dgm:presLayoutVars>
      </dgm:prSet>
      <dgm:spPr/>
    </dgm:pt>
    <dgm:pt modelId="{2BE79B9B-6F84-4067-A6C1-38ADF398C0E6}" type="pres">
      <dgm:prSet presAssocID="{1C79E6E0-7583-4FF6-9FE1-DF4A2DB237DF}" presName="txSpace" presStyleCnt="0"/>
      <dgm:spPr/>
    </dgm:pt>
    <dgm:pt modelId="{127BA5FE-21D0-4D05-A85D-F34A63BD12E2}" type="pres">
      <dgm:prSet presAssocID="{1C79E6E0-7583-4FF6-9FE1-DF4A2DB237DF}" presName="desTx" presStyleLbl="revTx" presStyleIdx="5" presStyleCnt="6">
        <dgm:presLayoutVars/>
      </dgm:prSet>
      <dgm:spPr/>
    </dgm:pt>
  </dgm:ptLst>
  <dgm:cxnLst>
    <dgm:cxn modelId="{22630F0F-225B-431A-9DD6-1A49B9C9315B}" type="presOf" srcId="{1C79E6E0-7583-4FF6-9FE1-DF4A2DB237DF}" destId="{2A233E37-4BAB-4225-8008-09780A79DE35}" srcOrd="0" destOrd="0" presId="urn:microsoft.com/office/officeart/2018/2/layout/IconLabelDescriptionList"/>
    <dgm:cxn modelId="{283C5016-ED26-4A31-868D-2CAB583F97A2}" type="presOf" srcId="{2AAE1280-8497-4076-91BE-7AF7D7C1780C}" destId="{9B662572-EC2B-4C4A-A8C1-D286EDDD4064}" srcOrd="0" destOrd="0" presId="urn:microsoft.com/office/officeart/2018/2/layout/IconLabelDescriptionList"/>
    <dgm:cxn modelId="{76F73E3A-A3EB-451B-8793-C739C3458271}" type="presOf" srcId="{68869D93-E49E-43B7-96FD-2B1F4D5E3858}" destId="{92C0614A-BB5C-4437-A2DF-4A2839FB0A90}" srcOrd="0" destOrd="0" presId="urn:microsoft.com/office/officeart/2018/2/layout/IconLabelDescriptionList"/>
    <dgm:cxn modelId="{F304278A-0AEB-42EC-83EE-77854B4713BB}" srcId="{B142F675-C3FF-4B4A-A8CD-715F49158D6A}" destId="{2AAE1280-8497-4076-91BE-7AF7D7C1780C}" srcOrd="0" destOrd="0" parTransId="{6796909A-9278-4A99-A923-39C2DE9C6907}" sibTransId="{31E26756-8EC1-4359-B6FC-ACCC4D2B74BB}"/>
    <dgm:cxn modelId="{525D9096-9F32-4AB3-9175-5268A6A39D9B}" srcId="{B142F675-C3FF-4B4A-A8CD-715F49158D6A}" destId="{68869D93-E49E-43B7-96FD-2B1F4D5E3858}" srcOrd="1" destOrd="0" parTransId="{85D27F07-D642-4BE4-B092-A3BEAE76E409}" sibTransId="{2A7490B3-2877-4539-B6F6-662DB9ED7290}"/>
    <dgm:cxn modelId="{42DED5D0-54AC-4DCA-9732-A74F421D1E33}" srcId="{B142F675-C3FF-4B4A-A8CD-715F49158D6A}" destId="{1C79E6E0-7583-4FF6-9FE1-DF4A2DB237DF}" srcOrd="2" destOrd="0" parTransId="{6FAE23A9-AA9C-4011-B37A-894187955324}" sibTransId="{83340BD4-1C95-4B68-BEEA-AF5B628E838F}"/>
    <dgm:cxn modelId="{2CB9E7E1-302B-4D73-A133-0613AAD62818}" type="presOf" srcId="{B142F675-C3FF-4B4A-A8CD-715F49158D6A}" destId="{63B05CDD-D1D5-4772-8767-82AFC9391FCA}" srcOrd="0" destOrd="0" presId="urn:microsoft.com/office/officeart/2018/2/layout/IconLabelDescriptionList"/>
    <dgm:cxn modelId="{F4287FBD-02C3-4F7D-92B7-0C0AF9611D13}" type="presParOf" srcId="{63B05CDD-D1D5-4772-8767-82AFC9391FCA}" destId="{42AE6086-7B6D-41C9-AADB-2FF291D4B7CC}" srcOrd="0" destOrd="0" presId="urn:microsoft.com/office/officeart/2018/2/layout/IconLabelDescriptionList"/>
    <dgm:cxn modelId="{E8DC312A-EEA6-483F-AC4D-B587A20C79B9}" type="presParOf" srcId="{42AE6086-7B6D-41C9-AADB-2FF291D4B7CC}" destId="{61A2E2BD-0A61-4436-84E2-85C29EE09224}" srcOrd="0" destOrd="0" presId="urn:microsoft.com/office/officeart/2018/2/layout/IconLabelDescriptionList"/>
    <dgm:cxn modelId="{158A638C-3D05-4A68-8006-AAADEDCC27DF}" type="presParOf" srcId="{42AE6086-7B6D-41C9-AADB-2FF291D4B7CC}" destId="{FD4692B5-5893-448E-BBC0-9164334DDAE5}" srcOrd="1" destOrd="0" presId="urn:microsoft.com/office/officeart/2018/2/layout/IconLabelDescriptionList"/>
    <dgm:cxn modelId="{D0EC62AC-970D-43CA-8EDD-DF78834C9326}" type="presParOf" srcId="{42AE6086-7B6D-41C9-AADB-2FF291D4B7CC}" destId="{9B662572-EC2B-4C4A-A8C1-D286EDDD4064}" srcOrd="2" destOrd="0" presId="urn:microsoft.com/office/officeart/2018/2/layout/IconLabelDescriptionList"/>
    <dgm:cxn modelId="{98881490-568B-4B03-AE08-BE0596E7987B}" type="presParOf" srcId="{42AE6086-7B6D-41C9-AADB-2FF291D4B7CC}" destId="{A489D1F2-463D-4E15-B671-C1C944102A39}" srcOrd="3" destOrd="0" presId="urn:microsoft.com/office/officeart/2018/2/layout/IconLabelDescriptionList"/>
    <dgm:cxn modelId="{8BE72CFC-7D24-49D0-8CBD-14B09166D197}" type="presParOf" srcId="{42AE6086-7B6D-41C9-AADB-2FF291D4B7CC}" destId="{1B70AE76-52BC-4CD3-86F5-2050635D9FE8}" srcOrd="4" destOrd="0" presId="urn:microsoft.com/office/officeart/2018/2/layout/IconLabelDescriptionList"/>
    <dgm:cxn modelId="{D856712B-7047-461A-9B76-3A6789EA4686}" type="presParOf" srcId="{63B05CDD-D1D5-4772-8767-82AFC9391FCA}" destId="{B8531D17-06A1-483C-BD64-4C073F163D71}" srcOrd="1" destOrd="0" presId="urn:microsoft.com/office/officeart/2018/2/layout/IconLabelDescriptionList"/>
    <dgm:cxn modelId="{5C2911E8-848A-47F1-8429-0330A7E7F660}" type="presParOf" srcId="{63B05CDD-D1D5-4772-8767-82AFC9391FCA}" destId="{97003751-D289-4D0D-9712-FBEB26A94CF4}" srcOrd="2" destOrd="0" presId="urn:microsoft.com/office/officeart/2018/2/layout/IconLabelDescriptionList"/>
    <dgm:cxn modelId="{AB5D4538-7394-4824-A640-539769008E3D}" type="presParOf" srcId="{97003751-D289-4D0D-9712-FBEB26A94CF4}" destId="{80F49F6A-0543-4C83-9B29-6616B6ED3B39}" srcOrd="0" destOrd="0" presId="urn:microsoft.com/office/officeart/2018/2/layout/IconLabelDescriptionList"/>
    <dgm:cxn modelId="{DB6F483C-E797-4C21-9591-AA065B5D9DBF}" type="presParOf" srcId="{97003751-D289-4D0D-9712-FBEB26A94CF4}" destId="{8A32E5C7-DB9F-47E2-B73A-94BC96D6C26D}" srcOrd="1" destOrd="0" presId="urn:microsoft.com/office/officeart/2018/2/layout/IconLabelDescriptionList"/>
    <dgm:cxn modelId="{B9A62B83-6FEC-4A98-9DD4-5D356FED5047}" type="presParOf" srcId="{97003751-D289-4D0D-9712-FBEB26A94CF4}" destId="{92C0614A-BB5C-4437-A2DF-4A2839FB0A90}" srcOrd="2" destOrd="0" presId="urn:microsoft.com/office/officeart/2018/2/layout/IconLabelDescriptionList"/>
    <dgm:cxn modelId="{FEF9654C-6E7D-4FEB-A1BE-5790103FDD07}" type="presParOf" srcId="{97003751-D289-4D0D-9712-FBEB26A94CF4}" destId="{220D7F05-EA63-4F8F-BD67-3516F5C1C411}" srcOrd="3" destOrd="0" presId="urn:microsoft.com/office/officeart/2018/2/layout/IconLabelDescriptionList"/>
    <dgm:cxn modelId="{E0D99048-14D3-417C-A4E6-47C3F2E18318}" type="presParOf" srcId="{97003751-D289-4D0D-9712-FBEB26A94CF4}" destId="{D7B086B0-84CC-46ED-80D7-F792C14E29F8}" srcOrd="4" destOrd="0" presId="urn:microsoft.com/office/officeart/2018/2/layout/IconLabelDescriptionList"/>
    <dgm:cxn modelId="{D0D03691-B450-4938-A7F6-F35E52FED290}" type="presParOf" srcId="{63B05CDD-D1D5-4772-8767-82AFC9391FCA}" destId="{59F089BA-E880-4B2E-9CBB-399AF2698FB5}" srcOrd="3" destOrd="0" presId="urn:microsoft.com/office/officeart/2018/2/layout/IconLabelDescriptionList"/>
    <dgm:cxn modelId="{96F068F5-13A5-4305-B7A2-CD84843ECA03}" type="presParOf" srcId="{63B05CDD-D1D5-4772-8767-82AFC9391FCA}" destId="{F8F75C40-D29B-4D09-8AFD-6FC1FDD5F1B8}" srcOrd="4" destOrd="0" presId="urn:microsoft.com/office/officeart/2018/2/layout/IconLabelDescriptionList"/>
    <dgm:cxn modelId="{DF459220-1F31-4C7A-87C5-CCAF778D5E76}" type="presParOf" srcId="{F8F75C40-D29B-4D09-8AFD-6FC1FDD5F1B8}" destId="{45A1C182-9575-4601-A730-43621ACA08C7}" srcOrd="0" destOrd="0" presId="urn:microsoft.com/office/officeart/2018/2/layout/IconLabelDescriptionList"/>
    <dgm:cxn modelId="{CEC4268C-5490-400C-B956-CDD963D60A99}" type="presParOf" srcId="{F8F75C40-D29B-4D09-8AFD-6FC1FDD5F1B8}" destId="{BF7B1EF8-D9F2-4662-A8EC-C1A5DB69D5D4}" srcOrd="1" destOrd="0" presId="urn:microsoft.com/office/officeart/2018/2/layout/IconLabelDescriptionList"/>
    <dgm:cxn modelId="{9F9CC462-B720-4B2D-A281-30083318066C}" type="presParOf" srcId="{F8F75C40-D29B-4D09-8AFD-6FC1FDD5F1B8}" destId="{2A233E37-4BAB-4225-8008-09780A79DE35}" srcOrd="2" destOrd="0" presId="urn:microsoft.com/office/officeart/2018/2/layout/IconLabelDescriptionList"/>
    <dgm:cxn modelId="{60C4383A-34BE-4D37-9AFD-79C1A21D2FB2}" type="presParOf" srcId="{F8F75C40-D29B-4D09-8AFD-6FC1FDD5F1B8}" destId="{2BE79B9B-6F84-4067-A6C1-38ADF398C0E6}" srcOrd="3" destOrd="0" presId="urn:microsoft.com/office/officeart/2018/2/layout/IconLabelDescriptionList"/>
    <dgm:cxn modelId="{F1F14B3F-A901-4971-BFC0-03155FFD3C9B}" type="presParOf" srcId="{F8F75C40-D29B-4D09-8AFD-6FC1FDD5F1B8}" destId="{127BA5FE-21D0-4D05-A85D-F34A63BD12E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DF9E9D-B37A-48A9-B83A-50A558E2015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F0275F1-1674-43DE-8828-ACDF5C9B2077}">
      <dgm:prSet/>
      <dgm:spPr/>
      <dgm:t>
        <a:bodyPr/>
        <a:lstStyle/>
        <a:p>
          <a:r>
            <a:rPr lang="en-US" b="0" i="0" baseline="0"/>
            <a:t>One-time commands</a:t>
          </a:r>
          <a:endParaRPr lang="en-US"/>
        </a:p>
      </dgm:t>
    </dgm:pt>
    <dgm:pt modelId="{891FE51F-9FEF-4FB9-988D-9E98EE9AB3DF}" type="parTrans" cxnId="{0FFCE726-E8DA-49A0-A4B8-D165F837CF92}">
      <dgm:prSet/>
      <dgm:spPr/>
      <dgm:t>
        <a:bodyPr/>
        <a:lstStyle/>
        <a:p>
          <a:endParaRPr lang="en-US"/>
        </a:p>
      </dgm:t>
    </dgm:pt>
    <dgm:pt modelId="{86EE3CD7-955B-4368-B09F-92D554F074A9}" type="sibTrans" cxnId="{0FFCE726-E8DA-49A0-A4B8-D165F837CF92}">
      <dgm:prSet/>
      <dgm:spPr/>
      <dgm:t>
        <a:bodyPr/>
        <a:lstStyle/>
        <a:p>
          <a:endParaRPr lang="en-US"/>
        </a:p>
      </dgm:t>
    </dgm:pt>
    <dgm:pt modelId="{135786AD-BA9E-41C2-8428-2D65D1D17F9A}">
      <dgm:prSet/>
      <dgm:spPr/>
      <dgm:t>
        <a:bodyPr/>
        <a:lstStyle/>
        <a:p>
          <a:r>
            <a:rPr lang="en-US" b="0" i="0" baseline="0" dirty="0"/>
            <a:t>Highly exploratory work</a:t>
          </a:r>
          <a:endParaRPr lang="en-US" dirty="0"/>
        </a:p>
      </dgm:t>
    </dgm:pt>
    <dgm:pt modelId="{9E06678C-6039-473D-B2D7-4A4D472F8A82}" type="parTrans" cxnId="{5DD680F7-AFD2-403F-9DBF-82907A332072}">
      <dgm:prSet/>
      <dgm:spPr/>
      <dgm:t>
        <a:bodyPr/>
        <a:lstStyle/>
        <a:p>
          <a:endParaRPr lang="en-US"/>
        </a:p>
      </dgm:t>
    </dgm:pt>
    <dgm:pt modelId="{06AD0D4A-20A1-4EA8-9CA8-F862E8ACA27E}" type="sibTrans" cxnId="{5DD680F7-AFD2-403F-9DBF-82907A332072}">
      <dgm:prSet/>
      <dgm:spPr/>
      <dgm:t>
        <a:bodyPr/>
        <a:lstStyle/>
        <a:p>
          <a:endParaRPr lang="en-US"/>
        </a:p>
      </dgm:t>
    </dgm:pt>
    <dgm:pt modelId="{EBF335AF-7EDF-4007-B04F-BB2D81A539F0}">
      <dgm:prSet/>
      <dgm:spPr/>
      <dgm:t>
        <a:bodyPr/>
        <a:lstStyle/>
        <a:p>
          <a:r>
            <a:rPr lang="en-US" b="0" i="0" baseline="0"/>
            <a:t>Tasks with good existing tools</a:t>
          </a:r>
          <a:endParaRPr lang="en-US"/>
        </a:p>
      </dgm:t>
    </dgm:pt>
    <dgm:pt modelId="{CC361FCC-1C60-4F4D-94CD-6FE0C70AE1E1}" type="parTrans" cxnId="{FDA71110-0227-43F4-A80F-8E6852603E3F}">
      <dgm:prSet/>
      <dgm:spPr/>
      <dgm:t>
        <a:bodyPr/>
        <a:lstStyle/>
        <a:p>
          <a:endParaRPr lang="en-US"/>
        </a:p>
      </dgm:t>
    </dgm:pt>
    <dgm:pt modelId="{431C483F-4A4B-4887-8F80-74231D2CCC29}" type="sibTrans" cxnId="{FDA71110-0227-43F4-A80F-8E6852603E3F}">
      <dgm:prSet/>
      <dgm:spPr/>
      <dgm:t>
        <a:bodyPr/>
        <a:lstStyle/>
        <a:p>
          <a:endParaRPr lang="en-US"/>
        </a:p>
      </dgm:t>
    </dgm:pt>
    <dgm:pt modelId="{AB379745-7D0F-410D-91A2-18DCD1D8AF80}">
      <dgm:prSet/>
      <dgm:spPr/>
      <dgm:t>
        <a:bodyPr/>
        <a:lstStyle/>
        <a:p>
          <a:r>
            <a:rPr lang="en-US" b="0" i="0" baseline="0"/>
            <a:t>When it is faster to just do the command</a:t>
          </a:r>
          <a:endParaRPr lang="en-US"/>
        </a:p>
      </dgm:t>
    </dgm:pt>
    <dgm:pt modelId="{8D155E3D-2B83-4CE4-B2E0-47FBB2D7CEEF}" type="parTrans" cxnId="{5AE26EAE-86F9-4BBC-A805-8B2763C379C6}">
      <dgm:prSet/>
      <dgm:spPr/>
      <dgm:t>
        <a:bodyPr/>
        <a:lstStyle/>
        <a:p>
          <a:endParaRPr lang="en-US"/>
        </a:p>
      </dgm:t>
    </dgm:pt>
    <dgm:pt modelId="{CA9F59B3-B1BE-4142-A66E-7F307627297F}" type="sibTrans" cxnId="{5AE26EAE-86F9-4BBC-A805-8B2763C379C6}">
      <dgm:prSet/>
      <dgm:spPr/>
      <dgm:t>
        <a:bodyPr/>
        <a:lstStyle/>
        <a:p>
          <a:endParaRPr lang="en-US"/>
        </a:p>
      </dgm:t>
    </dgm:pt>
    <dgm:pt modelId="{93DCF414-0377-4A40-BE49-D80B876F99B4}" type="pres">
      <dgm:prSet presAssocID="{BCDF9E9D-B37A-48A9-B83A-50A558E2015D}" presName="vert0" presStyleCnt="0">
        <dgm:presLayoutVars>
          <dgm:dir/>
          <dgm:animOne val="branch"/>
          <dgm:animLvl val="lvl"/>
        </dgm:presLayoutVars>
      </dgm:prSet>
      <dgm:spPr/>
    </dgm:pt>
    <dgm:pt modelId="{D2810824-B37E-4E64-9BED-804CD25B5EA5}" type="pres">
      <dgm:prSet presAssocID="{FF0275F1-1674-43DE-8828-ACDF5C9B2077}" presName="thickLine" presStyleLbl="alignNode1" presStyleIdx="0" presStyleCnt="4"/>
      <dgm:spPr/>
    </dgm:pt>
    <dgm:pt modelId="{B433E177-5D3B-45C0-A2ED-77BF13796D15}" type="pres">
      <dgm:prSet presAssocID="{FF0275F1-1674-43DE-8828-ACDF5C9B2077}" presName="horz1" presStyleCnt="0"/>
      <dgm:spPr/>
    </dgm:pt>
    <dgm:pt modelId="{12725C71-C73E-4E41-A48D-79ED1BDC68EA}" type="pres">
      <dgm:prSet presAssocID="{FF0275F1-1674-43DE-8828-ACDF5C9B2077}" presName="tx1" presStyleLbl="revTx" presStyleIdx="0" presStyleCnt="4"/>
      <dgm:spPr/>
    </dgm:pt>
    <dgm:pt modelId="{4AF57963-F3E0-4700-A7B5-DBD9FF5D5299}" type="pres">
      <dgm:prSet presAssocID="{FF0275F1-1674-43DE-8828-ACDF5C9B2077}" presName="vert1" presStyleCnt="0"/>
      <dgm:spPr/>
    </dgm:pt>
    <dgm:pt modelId="{DD8518B2-F6E8-4145-BABE-66E6AE1DC1F7}" type="pres">
      <dgm:prSet presAssocID="{135786AD-BA9E-41C2-8428-2D65D1D17F9A}" presName="thickLine" presStyleLbl="alignNode1" presStyleIdx="1" presStyleCnt="4"/>
      <dgm:spPr/>
    </dgm:pt>
    <dgm:pt modelId="{1BCA5C65-D823-426C-928D-9DEC35240AF3}" type="pres">
      <dgm:prSet presAssocID="{135786AD-BA9E-41C2-8428-2D65D1D17F9A}" presName="horz1" presStyleCnt="0"/>
      <dgm:spPr/>
    </dgm:pt>
    <dgm:pt modelId="{FF14F097-2CB5-4C49-8CDE-98A9459F9861}" type="pres">
      <dgm:prSet presAssocID="{135786AD-BA9E-41C2-8428-2D65D1D17F9A}" presName="tx1" presStyleLbl="revTx" presStyleIdx="1" presStyleCnt="4"/>
      <dgm:spPr/>
    </dgm:pt>
    <dgm:pt modelId="{8F6F887F-BC70-4D5D-A5EC-1BF05C4D1590}" type="pres">
      <dgm:prSet presAssocID="{135786AD-BA9E-41C2-8428-2D65D1D17F9A}" presName="vert1" presStyleCnt="0"/>
      <dgm:spPr/>
    </dgm:pt>
    <dgm:pt modelId="{12D2BDF9-D6BD-47D0-BEEA-60DF67F993E2}" type="pres">
      <dgm:prSet presAssocID="{EBF335AF-7EDF-4007-B04F-BB2D81A539F0}" presName="thickLine" presStyleLbl="alignNode1" presStyleIdx="2" presStyleCnt="4"/>
      <dgm:spPr/>
    </dgm:pt>
    <dgm:pt modelId="{A66937B6-9F64-43FC-845B-2BAE110B6169}" type="pres">
      <dgm:prSet presAssocID="{EBF335AF-7EDF-4007-B04F-BB2D81A539F0}" presName="horz1" presStyleCnt="0"/>
      <dgm:spPr/>
    </dgm:pt>
    <dgm:pt modelId="{1E5A4473-AE10-45F1-8D00-CDF418F571CA}" type="pres">
      <dgm:prSet presAssocID="{EBF335AF-7EDF-4007-B04F-BB2D81A539F0}" presName="tx1" presStyleLbl="revTx" presStyleIdx="2" presStyleCnt="4"/>
      <dgm:spPr/>
    </dgm:pt>
    <dgm:pt modelId="{DADE1973-1903-47F7-A896-1C6B048C53D2}" type="pres">
      <dgm:prSet presAssocID="{EBF335AF-7EDF-4007-B04F-BB2D81A539F0}" presName="vert1" presStyleCnt="0"/>
      <dgm:spPr/>
    </dgm:pt>
    <dgm:pt modelId="{466DAFA2-640D-43D0-A802-F226E0A9D881}" type="pres">
      <dgm:prSet presAssocID="{AB379745-7D0F-410D-91A2-18DCD1D8AF80}" presName="thickLine" presStyleLbl="alignNode1" presStyleIdx="3" presStyleCnt="4"/>
      <dgm:spPr/>
    </dgm:pt>
    <dgm:pt modelId="{4F863249-7D10-4C7B-80FB-126E923CE517}" type="pres">
      <dgm:prSet presAssocID="{AB379745-7D0F-410D-91A2-18DCD1D8AF80}" presName="horz1" presStyleCnt="0"/>
      <dgm:spPr/>
    </dgm:pt>
    <dgm:pt modelId="{9F96BE6B-4652-4C45-B0B2-D0B4AF88CD3C}" type="pres">
      <dgm:prSet presAssocID="{AB379745-7D0F-410D-91A2-18DCD1D8AF80}" presName="tx1" presStyleLbl="revTx" presStyleIdx="3" presStyleCnt="4"/>
      <dgm:spPr/>
    </dgm:pt>
    <dgm:pt modelId="{1E23595B-E001-47C8-BCE5-0773DC861F8F}" type="pres">
      <dgm:prSet presAssocID="{AB379745-7D0F-410D-91A2-18DCD1D8AF80}" presName="vert1" presStyleCnt="0"/>
      <dgm:spPr/>
    </dgm:pt>
  </dgm:ptLst>
  <dgm:cxnLst>
    <dgm:cxn modelId="{FDA71110-0227-43F4-A80F-8E6852603E3F}" srcId="{BCDF9E9D-B37A-48A9-B83A-50A558E2015D}" destId="{EBF335AF-7EDF-4007-B04F-BB2D81A539F0}" srcOrd="2" destOrd="0" parTransId="{CC361FCC-1C60-4F4D-94CD-6FE0C70AE1E1}" sibTransId="{431C483F-4A4B-4887-8F80-74231D2CCC29}"/>
    <dgm:cxn modelId="{2A036221-C140-4426-A27C-1D4B929B1F6E}" type="presOf" srcId="{135786AD-BA9E-41C2-8428-2D65D1D17F9A}" destId="{FF14F097-2CB5-4C49-8CDE-98A9459F9861}" srcOrd="0" destOrd="0" presId="urn:microsoft.com/office/officeart/2008/layout/LinedList"/>
    <dgm:cxn modelId="{0FFCE726-E8DA-49A0-A4B8-D165F837CF92}" srcId="{BCDF9E9D-B37A-48A9-B83A-50A558E2015D}" destId="{FF0275F1-1674-43DE-8828-ACDF5C9B2077}" srcOrd="0" destOrd="0" parTransId="{891FE51F-9FEF-4FB9-988D-9E98EE9AB3DF}" sibTransId="{86EE3CD7-955B-4368-B09F-92D554F074A9}"/>
    <dgm:cxn modelId="{AB523587-4BD9-4D4A-91BB-EA9BDFED85CC}" type="presOf" srcId="{FF0275F1-1674-43DE-8828-ACDF5C9B2077}" destId="{12725C71-C73E-4E41-A48D-79ED1BDC68EA}" srcOrd="0" destOrd="0" presId="urn:microsoft.com/office/officeart/2008/layout/LinedList"/>
    <dgm:cxn modelId="{B22E7A88-01CE-4A86-9EDD-AEF5B21EA9A3}" type="presOf" srcId="{BCDF9E9D-B37A-48A9-B83A-50A558E2015D}" destId="{93DCF414-0377-4A40-BE49-D80B876F99B4}" srcOrd="0" destOrd="0" presId="urn:microsoft.com/office/officeart/2008/layout/LinedList"/>
    <dgm:cxn modelId="{FCE69A9F-C635-456F-B844-A00AAC281772}" type="presOf" srcId="{EBF335AF-7EDF-4007-B04F-BB2D81A539F0}" destId="{1E5A4473-AE10-45F1-8D00-CDF418F571CA}" srcOrd="0" destOrd="0" presId="urn:microsoft.com/office/officeart/2008/layout/LinedList"/>
    <dgm:cxn modelId="{5AE26EAE-86F9-4BBC-A805-8B2763C379C6}" srcId="{BCDF9E9D-B37A-48A9-B83A-50A558E2015D}" destId="{AB379745-7D0F-410D-91A2-18DCD1D8AF80}" srcOrd="3" destOrd="0" parTransId="{8D155E3D-2B83-4CE4-B2E0-47FBB2D7CEEF}" sibTransId="{CA9F59B3-B1BE-4142-A66E-7F307627297F}"/>
    <dgm:cxn modelId="{D5ED68ED-9712-47E2-B68E-F399194806D8}" type="presOf" srcId="{AB379745-7D0F-410D-91A2-18DCD1D8AF80}" destId="{9F96BE6B-4652-4C45-B0B2-D0B4AF88CD3C}" srcOrd="0" destOrd="0" presId="urn:microsoft.com/office/officeart/2008/layout/LinedList"/>
    <dgm:cxn modelId="{5DD680F7-AFD2-403F-9DBF-82907A332072}" srcId="{BCDF9E9D-B37A-48A9-B83A-50A558E2015D}" destId="{135786AD-BA9E-41C2-8428-2D65D1D17F9A}" srcOrd="1" destOrd="0" parTransId="{9E06678C-6039-473D-B2D7-4A4D472F8A82}" sibTransId="{06AD0D4A-20A1-4EA8-9CA8-F862E8ACA27E}"/>
    <dgm:cxn modelId="{D19E98BE-7C0E-487E-8B2E-C967A4CCB94B}" type="presParOf" srcId="{93DCF414-0377-4A40-BE49-D80B876F99B4}" destId="{D2810824-B37E-4E64-9BED-804CD25B5EA5}" srcOrd="0" destOrd="0" presId="urn:microsoft.com/office/officeart/2008/layout/LinedList"/>
    <dgm:cxn modelId="{1F979EC2-17F4-4C09-8437-97FB14ACF118}" type="presParOf" srcId="{93DCF414-0377-4A40-BE49-D80B876F99B4}" destId="{B433E177-5D3B-45C0-A2ED-77BF13796D15}" srcOrd="1" destOrd="0" presId="urn:microsoft.com/office/officeart/2008/layout/LinedList"/>
    <dgm:cxn modelId="{4C7F017D-AEAF-4D04-891D-A0848020BD8E}" type="presParOf" srcId="{B433E177-5D3B-45C0-A2ED-77BF13796D15}" destId="{12725C71-C73E-4E41-A48D-79ED1BDC68EA}" srcOrd="0" destOrd="0" presId="urn:microsoft.com/office/officeart/2008/layout/LinedList"/>
    <dgm:cxn modelId="{C1ED3ED3-E2D4-4406-80C6-E542532B5DB0}" type="presParOf" srcId="{B433E177-5D3B-45C0-A2ED-77BF13796D15}" destId="{4AF57963-F3E0-4700-A7B5-DBD9FF5D5299}" srcOrd="1" destOrd="0" presId="urn:microsoft.com/office/officeart/2008/layout/LinedList"/>
    <dgm:cxn modelId="{B724E2F7-499D-4EC1-8BED-D83D53155A93}" type="presParOf" srcId="{93DCF414-0377-4A40-BE49-D80B876F99B4}" destId="{DD8518B2-F6E8-4145-BABE-66E6AE1DC1F7}" srcOrd="2" destOrd="0" presId="urn:microsoft.com/office/officeart/2008/layout/LinedList"/>
    <dgm:cxn modelId="{DDDC203D-C5FF-4FE5-BB5E-D76E67391472}" type="presParOf" srcId="{93DCF414-0377-4A40-BE49-D80B876F99B4}" destId="{1BCA5C65-D823-426C-928D-9DEC35240AF3}" srcOrd="3" destOrd="0" presId="urn:microsoft.com/office/officeart/2008/layout/LinedList"/>
    <dgm:cxn modelId="{6CD3AAD4-CA08-4E50-B2C7-28E5285B2872}" type="presParOf" srcId="{1BCA5C65-D823-426C-928D-9DEC35240AF3}" destId="{FF14F097-2CB5-4C49-8CDE-98A9459F9861}" srcOrd="0" destOrd="0" presId="urn:microsoft.com/office/officeart/2008/layout/LinedList"/>
    <dgm:cxn modelId="{5985414B-8E47-453C-B00C-75EFD762E632}" type="presParOf" srcId="{1BCA5C65-D823-426C-928D-9DEC35240AF3}" destId="{8F6F887F-BC70-4D5D-A5EC-1BF05C4D1590}" srcOrd="1" destOrd="0" presId="urn:microsoft.com/office/officeart/2008/layout/LinedList"/>
    <dgm:cxn modelId="{2EBEE509-511D-4858-90BD-BCEF29A7171F}" type="presParOf" srcId="{93DCF414-0377-4A40-BE49-D80B876F99B4}" destId="{12D2BDF9-D6BD-47D0-BEEA-60DF67F993E2}" srcOrd="4" destOrd="0" presId="urn:microsoft.com/office/officeart/2008/layout/LinedList"/>
    <dgm:cxn modelId="{8D92573D-9CCF-4F92-9689-E8857F1243E5}" type="presParOf" srcId="{93DCF414-0377-4A40-BE49-D80B876F99B4}" destId="{A66937B6-9F64-43FC-845B-2BAE110B6169}" srcOrd="5" destOrd="0" presId="urn:microsoft.com/office/officeart/2008/layout/LinedList"/>
    <dgm:cxn modelId="{17FCD069-FD3E-4F11-9288-F4F336068985}" type="presParOf" srcId="{A66937B6-9F64-43FC-845B-2BAE110B6169}" destId="{1E5A4473-AE10-45F1-8D00-CDF418F571CA}" srcOrd="0" destOrd="0" presId="urn:microsoft.com/office/officeart/2008/layout/LinedList"/>
    <dgm:cxn modelId="{44959641-1BCB-4899-AEF7-C23E36C5A44A}" type="presParOf" srcId="{A66937B6-9F64-43FC-845B-2BAE110B6169}" destId="{DADE1973-1903-47F7-A896-1C6B048C53D2}" srcOrd="1" destOrd="0" presId="urn:microsoft.com/office/officeart/2008/layout/LinedList"/>
    <dgm:cxn modelId="{BA7413A9-9B07-426B-85C8-6B4710A1C62A}" type="presParOf" srcId="{93DCF414-0377-4A40-BE49-D80B876F99B4}" destId="{466DAFA2-640D-43D0-A802-F226E0A9D881}" srcOrd="6" destOrd="0" presId="urn:microsoft.com/office/officeart/2008/layout/LinedList"/>
    <dgm:cxn modelId="{22FAB04A-511E-432D-ABBB-865F072068AD}" type="presParOf" srcId="{93DCF414-0377-4A40-BE49-D80B876F99B4}" destId="{4F863249-7D10-4C7B-80FB-126E923CE517}" srcOrd="7" destOrd="0" presId="urn:microsoft.com/office/officeart/2008/layout/LinedList"/>
    <dgm:cxn modelId="{AFAE83F6-ECDC-4279-B2E0-0E8CF2207A25}" type="presParOf" srcId="{4F863249-7D10-4C7B-80FB-126E923CE517}" destId="{9F96BE6B-4652-4C45-B0B2-D0B4AF88CD3C}" srcOrd="0" destOrd="0" presId="urn:microsoft.com/office/officeart/2008/layout/LinedList"/>
    <dgm:cxn modelId="{3B096B77-B89A-45DF-A83B-52EAEF16EE81}" type="presParOf" srcId="{4F863249-7D10-4C7B-80FB-126E923CE517}" destId="{1E23595B-E001-47C8-BCE5-0773DC861F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506649-3A92-450A-92B1-933AD0D53F26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FDBD0C2-5AB0-41EB-B1AE-51F4F56DF687}">
      <dgm:prSet/>
      <dgm:spPr/>
      <dgm:t>
        <a:bodyPr/>
        <a:lstStyle/>
        <a:p>
          <a:r>
            <a:rPr lang="en-US" b="0" i="0" baseline="0"/>
            <a:t>Bash scripts automate the terminal</a:t>
          </a:r>
          <a:endParaRPr lang="en-US"/>
        </a:p>
      </dgm:t>
    </dgm:pt>
    <dgm:pt modelId="{0675048D-9F3E-4BAD-AF59-1EB57D03756A}" type="parTrans" cxnId="{0F1434F0-0A6E-4463-8168-9912C147A5D9}">
      <dgm:prSet/>
      <dgm:spPr/>
      <dgm:t>
        <a:bodyPr/>
        <a:lstStyle/>
        <a:p>
          <a:endParaRPr lang="en-US"/>
        </a:p>
      </dgm:t>
    </dgm:pt>
    <dgm:pt modelId="{E1AA34D9-8AA1-4222-B50D-1BE790AB4146}" type="sibTrans" cxnId="{0F1434F0-0A6E-4463-8168-9912C147A5D9}">
      <dgm:prSet/>
      <dgm:spPr/>
      <dgm:t>
        <a:bodyPr/>
        <a:lstStyle/>
        <a:p>
          <a:endParaRPr lang="en-US"/>
        </a:p>
      </dgm:t>
    </dgm:pt>
    <dgm:pt modelId="{CB699554-63EC-426D-9C6D-7BA8AA1AC2AC}">
      <dgm:prSet/>
      <dgm:spPr/>
      <dgm:t>
        <a:bodyPr/>
        <a:lstStyle/>
        <a:p>
          <a:r>
            <a:rPr lang="en-US" b="0" i="0" baseline="0" dirty="0"/>
            <a:t>Same commands you already use</a:t>
          </a:r>
          <a:endParaRPr lang="en-US" dirty="0"/>
        </a:p>
      </dgm:t>
    </dgm:pt>
    <dgm:pt modelId="{CF27AF6D-B2D7-445E-81CB-8BC2300FEFE7}" type="parTrans" cxnId="{51FD8152-BBEE-49D3-98C4-3724D4695A90}">
      <dgm:prSet/>
      <dgm:spPr/>
      <dgm:t>
        <a:bodyPr/>
        <a:lstStyle/>
        <a:p>
          <a:endParaRPr lang="en-US"/>
        </a:p>
      </dgm:t>
    </dgm:pt>
    <dgm:pt modelId="{0E334546-973E-47CF-9F46-B3D5738A0988}" type="sibTrans" cxnId="{51FD8152-BBEE-49D3-98C4-3724D4695A90}">
      <dgm:prSet/>
      <dgm:spPr/>
      <dgm:t>
        <a:bodyPr/>
        <a:lstStyle/>
        <a:p>
          <a:endParaRPr lang="en-US"/>
        </a:p>
      </dgm:t>
    </dgm:pt>
    <dgm:pt modelId="{3599C687-BC0A-4E4F-BC12-A9A91FB64650}">
      <dgm:prSet/>
      <dgm:spPr/>
      <dgm:t>
        <a:bodyPr/>
        <a:lstStyle/>
        <a:p>
          <a:r>
            <a:rPr lang="en-US" b="0" i="0" baseline="0"/>
            <a:t>Saved in .sh files</a:t>
          </a:r>
          <a:endParaRPr lang="en-US"/>
        </a:p>
      </dgm:t>
    </dgm:pt>
    <dgm:pt modelId="{87B3F32B-E14F-4761-A23D-DA95CD616158}" type="parTrans" cxnId="{CFC5870E-A810-478B-B468-08441A76BE81}">
      <dgm:prSet/>
      <dgm:spPr/>
      <dgm:t>
        <a:bodyPr/>
        <a:lstStyle/>
        <a:p>
          <a:endParaRPr lang="en-US"/>
        </a:p>
      </dgm:t>
    </dgm:pt>
    <dgm:pt modelId="{E3E49B91-DFAB-4DA2-9BA9-5C0A33443740}" type="sibTrans" cxnId="{CFC5870E-A810-478B-B468-08441A76BE81}">
      <dgm:prSet/>
      <dgm:spPr/>
      <dgm:t>
        <a:bodyPr/>
        <a:lstStyle/>
        <a:p>
          <a:endParaRPr lang="en-US"/>
        </a:p>
      </dgm:t>
    </dgm:pt>
    <dgm:pt modelId="{207FDFC1-E451-4293-94ED-B6E589773927}">
      <dgm:prSet/>
      <dgm:spPr/>
      <dgm:t>
        <a:bodyPr/>
        <a:lstStyle/>
        <a:p>
          <a:r>
            <a:rPr lang="en-US" b="0" i="0" baseline="0"/>
            <a:t>Run top to bottom</a:t>
          </a:r>
          <a:endParaRPr lang="en-US"/>
        </a:p>
      </dgm:t>
    </dgm:pt>
    <dgm:pt modelId="{F4624ED5-231D-4768-8999-BC8D8DF06566}" type="parTrans" cxnId="{1B0BAD2D-1610-4465-BB51-26B7DF632321}">
      <dgm:prSet/>
      <dgm:spPr/>
      <dgm:t>
        <a:bodyPr/>
        <a:lstStyle/>
        <a:p>
          <a:endParaRPr lang="en-US"/>
        </a:p>
      </dgm:t>
    </dgm:pt>
    <dgm:pt modelId="{2DDA8500-36F6-4FCD-86DA-B747242750F4}" type="sibTrans" cxnId="{1B0BAD2D-1610-4465-BB51-26B7DF632321}">
      <dgm:prSet/>
      <dgm:spPr/>
      <dgm:t>
        <a:bodyPr/>
        <a:lstStyle/>
        <a:p>
          <a:endParaRPr lang="en-US"/>
        </a:p>
      </dgm:t>
    </dgm:pt>
    <dgm:pt modelId="{3DF7671B-72DB-4784-8E4B-50475E62F55F}" type="pres">
      <dgm:prSet presAssocID="{A3506649-3A92-450A-92B1-933AD0D53F26}" presName="vert0" presStyleCnt="0">
        <dgm:presLayoutVars>
          <dgm:dir/>
          <dgm:animOne val="branch"/>
          <dgm:animLvl val="lvl"/>
        </dgm:presLayoutVars>
      </dgm:prSet>
      <dgm:spPr/>
    </dgm:pt>
    <dgm:pt modelId="{67C3873E-3042-4240-9EEF-F082077101DF}" type="pres">
      <dgm:prSet presAssocID="{FFDBD0C2-5AB0-41EB-B1AE-51F4F56DF687}" presName="thickLine" presStyleLbl="alignNode1" presStyleIdx="0" presStyleCnt="4"/>
      <dgm:spPr/>
    </dgm:pt>
    <dgm:pt modelId="{04BC874B-A575-4C8A-876B-EF19B16973A5}" type="pres">
      <dgm:prSet presAssocID="{FFDBD0C2-5AB0-41EB-B1AE-51F4F56DF687}" presName="horz1" presStyleCnt="0"/>
      <dgm:spPr/>
    </dgm:pt>
    <dgm:pt modelId="{14F2F6A7-4142-483A-988F-4ECBD3889470}" type="pres">
      <dgm:prSet presAssocID="{FFDBD0C2-5AB0-41EB-B1AE-51F4F56DF687}" presName="tx1" presStyleLbl="revTx" presStyleIdx="0" presStyleCnt="4"/>
      <dgm:spPr/>
    </dgm:pt>
    <dgm:pt modelId="{7BE2D7EE-7D33-4BD5-8E15-02E75AB49C05}" type="pres">
      <dgm:prSet presAssocID="{FFDBD0C2-5AB0-41EB-B1AE-51F4F56DF687}" presName="vert1" presStyleCnt="0"/>
      <dgm:spPr/>
    </dgm:pt>
    <dgm:pt modelId="{2EA3712E-52AB-409C-B68F-53F8B3A57C24}" type="pres">
      <dgm:prSet presAssocID="{CB699554-63EC-426D-9C6D-7BA8AA1AC2AC}" presName="thickLine" presStyleLbl="alignNode1" presStyleIdx="1" presStyleCnt="4"/>
      <dgm:spPr/>
    </dgm:pt>
    <dgm:pt modelId="{1BB7D2AD-625D-4303-B2AE-631A28EE266A}" type="pres">
      <dgm:prSet presAssocID="{CB699554-63EC-426D-9C6D-7BA8AA1AC2AC}" presName="horz1" presStyleCnt="0"/>
      <dgm:spPr/>
    </dgm:pt>
    <dgm:pt modelId="{60655910-71E0-4A31-B200-D184AD9F5ADA}" type="pres">
      <dgm:prSet presAssocID="{CB699554-63EC-426D-9C6D-7BA8AA1AC2AC}" presName="tx1" presStyleLbl="revTx" presStyleIdx="1" presStyleCnt="4"/>
      <dgm:spPr/>
    </dgm:pt>
    <dgm:pt modelId="{B1A892A6-3280-4D77-8F11-C8CFFB8FE184}" type="pres">
      <dgm:prSet presAssocID="{CB699554-63EC-426D-9C6D-7BA8AA1AC2AC}" presName="vert1" presStyleCnt="0"/>
      <dgm:spPr/>
    </dgm:pt>
    <dgm:pt modelId="{4FA6ED04-36DB-4C79-BA66-885717B0DB0E}" type="pres">
      <dgm:prSet presAssocID="{3599C687-BC0A-4E4F-BC12-A9A91FB64650}" presName="thickLine" presStyleLbl="alignNode1" presStyleIdx="2" presStyleCnt="4"/>
      <dgm:spPr/>
    </dgm:pt>
    <dgm:pt modelId="{99ED66F9-5965-4A6A-8FCC-564461E263A2}" type="pres">
      <dgm:prSet presAssocID="{3599C687-BC0A-4E4F-BC12-A9A91FB64650}" presName="horz1" presStyleCnt="0"/>
      <dgm:spPr/>
    </dgm:pt>
    <dgm:pt modelId="{679CDCA0-FBEB-41B8-BEA3-C6C34AD757BA}" type="pres">
      <dgm:prSet presAssocID="{3599C687-BC0A-4E4F-BC12-A9A91FB64650}" presName="tx1" presStyleLbl="revTx" presStyleIdx="2" presStyleCnt="4"/>
      <dgm:spPr/>
    </dgm:pt>
    <dgm:pt modelId="{162BC022-8DAD-4EE8-ACCD-EC07E0BD494F}" type="pres">
      <dgm:prSet presAssocID="{3599C687-BC0A-4E4F-BC12-A9A91FB64650}" presName="vert1" presStyleCnt="0"/>
      <dgm:spPr/>
    </dgm:pt>
    <dgm:pt modelId="{5D48B4C9-02E1-4F8F-9558-E717EA5772B8}" type="pres">
      <dgm:prSet presAssocID="{207FDFC1-E451-4293-94ED-B6E589773927}" presName="thickLine" presStyleLbl="alignNode1" presStyleIdx="3" presStyleCnt="4"/>
      <dgm:spPr/>
    </dgm:pt>
    <dgm:pt modelId="{DC8057B1-25C1-4DD0-9790-192F5358D2DA}" type="pres">
      <dgm:prSet presAssocID="{207FDFC1-E451-4293-94ED-B6E589773927}" presName="horz1" presStyleCnt="0"/>
      <dgm:spPr/>
    </dgm:pt>
    <dgm:pt modelId="{34BE1C2C-D016-4472-8947-18E7CA3C845A}" type="pres">
      <dgm:prSet presAssocID="{207FDFC1-E451-4293-94ED-B6E589773927}" presName="tx1" presStyleLbl="revTx" presStyleIdx="3" presStyleCnt="4"/>
      <dgm:spPr/>
    </dgm:pt>
    <dgm:pt modelId="{B158E85C-C85F-4B14-8DF6-968CF7B1D74F}" type="pres">
      <dgm:prSet presAssocID="{207FDFC1-E451-4293-94ED-B6E589773927}" presName="vert1" presStyleCnt="0"/>
      <dgm:spPr/>
    </dgm:pt>
  </dgm:ptLst>
  <dgm:cxnLst>
    <dgm:cxn modelId="{CFC5870E-A810-478B-B468-08441A76BE81}" srcId="{A3506649-3A92-450A-92B1-933AD0D53F26}" destId="{3599C687-BC0A-4E4F-BC12-A9A91FB64650}" srcOrd="2" destOrd="0" parTransId="{87B3F32B-E14F-4761-A23D-DA95CD616158}" sibTransId="{E3E49B91-DFAB-4DA2-9BA9-5C0A33443740}"/>
    <dgm:cxn modelId="{8A8B7214-41A7-425F-95C9-238E99D0443A}" type="presOf" srcId="{207FDFC1-E451-4293-94ED-B6E589773927}" destId="{34BE1C2C-D016-4472-8947-18E7CA3C845A}" srcOrd="0" destOrd="0" presId="urn:microsoft.com/office/officeart/2008/layout/LinedList"/>
    <dgm:cxn modelId="{F3AA7419-0403-4C24-A948-C60B851332F6}" type="presOf" srcId="{FFDBD0C2-5AB0-41EB-B1AE-51F4F56DF687}" destId="{14F2F6A7-4142-483A-988F-4ECBD3889470}" srcOrd="0" destOrd="0" presId="urn:microsoft.com/office/officeart/2008/layout/LinedList"/>
    <dgm:cxn modelId="{1B0BAD2D-1610-4465-BB51-26B7DF632321}" srcId="{A3506649-3A92-450A-92B1-933AD0D53F26}" destId="{207FDFC1-E451-4293-94ED-B6E589773927}" srcOrd="3" destOrd="0" parTransId="{F4624ED5-231D-4768-8999-BC8D8DF06566}" sibTransId="{2DDA8500-36F6-4FCD-86DA-B747242750F4}"/>
    <dgm:cxn modelId="{51FD8152-BBEE-49D3-98C4-3724D4695A90}" srcId="{A3506649-3A92-450A-92B1-933AD0D53F26}" destId="{CB699554-63EC-426D-9C6D-7BA8AA1AC2AC}" srcOrd="1" destOrd="0" parTransId="{CF27AF6D-B2D7-445E-81CB-8BC2300FEFE7}" sibTransId="{0E334546-973E-47CF-9F46-B3D5738A0988}"/>
    <dgm:cxn modelId="{4CC0F5AE-A803-4844-91B6-1134043867D8}" type="presOf" srcId="{3599C687-BC0A-4E4F-BC12-A9A91FB64650}" destId="{679CDCA0-FBEB-41B8-BEA3-C6C34AD757BA}" srcOrd="0" destOrd="0" presId="urn:microsoft.com/office/officeart/2008/layout/LinedList"/>
    <dgm:cxn modelId="{EC1558B1-03E7-4D1F-821C-AAD8D1FADFCB}" type="presOf" srcId="{A3506649-3A92-450A-92B1-933AD0D53F26}" destId="{3DF7671B-72DB-4784-8E4B-50475E62F55F}" srcOrd="0" destOrd="0" presId="urn:microsoft.com/office/officeart/2008/layout/LinedList"/>
    <dgm:cxn modelId="{7AE52CBF-E67B-4CF7-97EF-149C25A111C6}" type="presOf" srcId="{CB699554-63EC-426D-9C6D-7BA8AA1AC2AC}" destId="{60655910-71E0-4A31-B200-D184AD9F5ADA}" srcOrd="0" destOrd="0" presId="urn:microsoft.com/office/officeart/2008/layout/LinedList"/>
    <dgm:cxn modelId="{0F1434F0-0A6E-4463-8168-9912C147A5D9}" srcId="{A3506649-3A92-450A-92B1-933AD0D53F26}" destId="{FFDBD0C2-5AB0-41EB-B1AE-51F4F56DF687}" srcOrd="0" destOrd="0" parTransId="{0675048D-9F3E-4BAD-AF59-1EB57D03756A}" sibTransId="{E1AA34D9-8AA1-4222-B50D-1BE790AB4146}"/>
    <dgm:cxn modelId="{69A6ECA2-B24F-4F6D-9115-D5F0C9FE63E4}" type="presParOf" srcId="{3DF7671B-72DB-4784-8E4B-50475E62F55F}" destId="{67C3873E-3042-4240-9EEF-F082077101DF}" srcOrd="0" destOrd="0" presId="urn:microsoft.com/office/officeart/2008/layout/LinedList"/>
    <dgm:cxn modelId="{C5175B08-7819-42A3-9183-BB73CEABA271}" type="presParOf" srcId="{3DF7671B-72DB-4784-8E4B-50475E62F55F}" destId="{04BC874B-A575-4C8A-876B-EF19B16973A5}" srcOrd="1" destOrd="0" presId="urn:microsoft.com/office/officeart/2008/layout/LinedList"/>
    <dgm:cxn modelId="{5C22EFF0-4BF3-4338-9409-9418B3C4AE2C}" type="presParOf" srcId="{04BC874B-A575-4C8A-876B-EF19B16973A5}" destId="{14F2F6A7-4142-483A-988F-4ECBD3889470}" srcOrd="0" destOrd="0" presId="urn:microsoft.com/office/officeart/2008/layout/LinedList"/>
    <dgm:cxn modelId="{49275128-5214-4A7D-B674-99970F8B6F95}" type="presParOf" srcId="{04BC874B-A575-4C8A-876B-EF19B16973A5}" destId="{7BE2D7EE-7D33-4BD5-8E15-02E75AB49C05}" srcOrd="1" destOrd="0" presId="urn:microsoft.com/office/officeart/2008/layout/LinedList"/>
    <dgm:cxn modelId="{7168F6E3-83E5-4DBE-9D2E-5220D52A611E}" type="presParOf" srcId="{3DF7671B-72DB-4784-8E4B-50475E62F55F}" destId="{2EA3712E-52AB-409C-B68F-53F8B3A57C24}" srcOrd="2" destOrd="0" presId="urn:microsoft.com/office/officeart/2008/layout/LinedList"/>
    <dgm:cxn modelId="{693F9342-2EDD-4927-96E3-A54AFD084E43}" type="presParOf" srcId="{3DF7671B-72DB-4784-8E4B-50475E62F55F}" destId="{1BB7D2AD-625D-4303-B2AE-631A28EE266A}" srcOrd="3" destOrd="0" presId="urn:microsoft.com/office/officeart/2008/layout/LinedList"/>
    <dgm:cxn modelId="{26C440B8-F04E-43D5-A26A-0A0A23BB77C6}" type="presParOf" srcId="{1BB7D2AD-625D-4303-B2AE-631A28EE266A}" destId="{60655910-71E0-4A31-B200-D184AD9F5ADA}" srcOrd="0" destOrd="0" presId="urn:microsoft.com/office/officeart/2008/layout/LinedList"/>
    <dgm:cxn modelId="{AE9AABDD-2D74-4F6B-B4D1-FA8CFF0E7685}" type="presParOf" srcId="{1BB7D2AD-625D-4303-B2AE-631A28EE266A}" destId="{B1A892A6-3280-4D77-8F11-C8CFFB8FE184}" srcOrd="1" destOrd="0" presId="urn:microsoft.com/office/officeart/2008/layout/LinedList"/>
    <dgm:cxn modelId="{2CE7FFD1-B0C4-4ED2-89AE-EE984B9DD3B8}" type="presParOf" srcId="{3DF7671B-72DB-4784-8E4B-50475E62F55F}" destId="{4FA6ED04-36DB-4C79-BA66-885717B0DB0E}" srcOrd="4" destOrd="0" presId="urn:microsoft.com/office/officeart/2008/layout/LinedList"/>
    <dgm:cxn modelId="{58DDE7F5-26EA-4A7E-84AD-4621DD6D2BF3}" type="presParOf" srcId="{3DF7671B-72DB-4784-8E4B-50475E62F55F}" destId="{99ED66F9-5965-4A6A-8FCC-564461E263A2}" srcOrd="5" destOrd="0" presId="urn:microsoft.com/office/officeart/2008/layout/LinedList"/>
    <dgm:cxn modelId="{E0D840E6-671D-489F-9B24-59048172C9F7}" type="presParOf" srcId="{99ED66F9-5965-4A6A-8FCC-564461E263A2}" destId="{679CDCA0-FBEB-41B8-BEA3-C6C34AD757BA}" srcOrd="0" destOrd="0" presId="urn:microsoft.com/office/officeart/2008/layout/LinedList"/>
    <dgm:cxn modelId="{C54E7F04-1232-417F-A11F-597DA392E72C}" type="presParOf" srcId="{99ED66F9-5965-4A6A-8FCC-564461E263A2}" destId="{162BC022-8DAD-4EE8-ACCD-EC07E0BD494F}" srcOrd="1" destOrd="0" presId="urn:microsoft.com/office/officeart/2008/layout/LinedList"/>
    <dgm:cxn modelId="{A5FB36C2-06EC-4252-BDFF-987C6646E29A}" type="presParOf" srcId="{3DF7671B-72DB-4784-8E4B-50475E62F55F}" destId="{5D48B4C9-02E1-4F8F-9558-E717EA5772B8}" srcOrd="6" destOrd="0" presId="urn:microsoft.com/office/officeart/2008/layout/LinedList"/>
    <dgm:cxn modelId="{9E63541F-82A0-43D5-BC59-18760F78F460}" type="presParOf" srcId="{3DF7671B-72DB-4784-8E4B-50475E62F55F}" destId="{DC8057B1-25C1-4DD0-9790-192F5358D2DA}" srcOrd="7" destOrd="0" presId="urn:microsoft.com/office/officeart/2008/layout/LinedList"/>
    <dgm:cxn modelId="{5E738B62-CBF9-4340-A12E-19CF439E9186}" type="presParOf" srcId="{DC8057B1-25C1-4DD0-9790-192F5358D2DA}" destId="{34BE1C2C-D016-4472-8947-18E7CA3C845A}" srcOrd="0" destOrd="0" presId="urn:microsoft.com/office/officeart/2008/layout/LinedList"/>
    <dgm:cxn modelId="{F353AE8C-A6F5-4986-9A64-42727C2DA44B}" type="presParOf" srcId="{DC8057B1-25C1-4DD0-9790-192F5358D2DA}" destId="{B158E85C-C85F-4B14-8DF6-968CF7B1D7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2C4EE-1813-432A-84AB-1B3183799818}">
      <dsp:nvSpPr>
        <dsp:cNvPr id="0" name=""/>
        <dsp:cNvSpPr/>
      </dsp:nvSpPr>
      <dsp:spPr>
        <a:xfrm>
          <a:off x="0" y="0"/>
          <a:ext cx="72791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D7144-FEFD-4EE8-8718-2BECA274F248}">
      <dsp:nvSpPr>
        <dsp:cNvPr id="0" name=""/>
        <dsp:cNvSpPr/>
      </dsp:nvSpPr>
      <dsp:spPr>
        <a:xfrm>
          <a:off x="0" y="0"/>
          <a:ext cx="7279159" cy="5350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 baseline="0" dirty="0"/>
            <a:t>A list of commands written down and saved into a file.</a:t>
          </a:r>
          <a:endParaRPr lang="en-US" sz="6500" kern="1200" dirty="0"/>
        </a:p>
      </dsp:txBody>
      <dsp:txXfrm>
        <a:off x="0" y="0"/>
        <a:ext cx="7279159" cy="5350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0270E-D627-41A4-AB72-7E63F1E851F1}">
      <dsp:nvSpPr>
        <dsp:cNvPr id="0" name=""/>
        <dsp:cNvSpPr/>
      </dsp:nvSpPr>
      <dsp:spPr>
        <a:xfrm>
          <a:off x="1855" y="1471471"/>
          <a:ext cx="778148" cy="7781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599F5-33E3-4161-B804-C1A6CE04F904}">
      <dsp:nvSpPr>
        <dsp:cNvPr id="0" name=""/>
        <dsp:cNvSpPr/>
      </dsp:nvSpPr>
      <dsp:spPr>
        <a:xfrm>
          <a:off x="1855" y="2353157"/>
          <a:ext cx="2223281" cy="396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baseline="0"/>
            <a:t>Help avoid mistakes</a:t>
          </a:r>
          <a:endParaRPr lang="en-US" sz="1400" b="0" kern="1200"/>
        </a:p>
      </dsp:txBody>
      <dsp:txXfrm>
        <a:off x="1855" y="2353157"/>
        <a:ext cx="2223281" cy="396021"/>
      </dsp:txXfrm>
    </dsp:sp>
    <dsp:sp modelId="{5728BD44-8319-43FA-8635-C3A6933318B4}">
      <dsp:nvSpPr>
        <dsp:cNvPr id="0" name=""/>
        <dsp:cNvSpPr/>
      </dsp:nvSpPr>
      <dsp:spPr>
        <a:xfrm>
          <a:off x="1855" y="2797336"/>
          <a:ext cx="2223281" cy="108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Reduce typos</a:t>
          </a:r>
          <a:endParaRPr lang="en-US" sz="1100" b="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Reduce forgetting steps</a:t>
          </a:r>
          <a:endParaRPr lang="en-US" sz="1100" b="0" kern="1200"/>
        </a:p>
      </dsp:txBody>
      <dsp:txXfrm>
        <a:off x="1855" y="2797336"/>
        <a:ext cx="2223281" cy="1081996"/>
      </dsp:txXfrm>
    </dsp:sp>
    <dsp:sp modelId="{AEA348FE-01E4-4590-B488-C63771EB7F6B}">
      <dsp:nvSpPr>
        <dsp:cNvPr id="0" name=""/>
        <dsp:cNvSpPr/>
      </dsp:nvSpPr>
      <dsp:spPr>
        <a:xfrm>
          <a:off x="2614210" y="1471471"/>
          <a:ext cx="778148" cy="7781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9FEBE-FF9C-4394-A798-6403915D8B5B}">
      <dsp:nvSpPr>
        <dsp:cNvPr id="0" name=""/>
        <dsp:cNvSpPr/>
      </dsp:nvSpPr>
      <dsp:spPr>
        <a:xfrm>
          <a:off x="2614210" y="2353157"/>
          <a:ext cx="2223281" cy="396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baseline="0" dirty="0"/>
            <a:t>Speed up simple tasks</a:t>
          </a:r>
          <a:endParaRPr lang="en-US" sz="1400" b="0" kern="1200" dirty="0"/>
        </a:p>
      </dsp:txBody>
      <dsp:txXfrm>
        <a:off x="2614210" y="2353157"/>
        <a:ext cx="2223281" cy="396021"/>
      </dsp:txXfrm>
    </dsp:sp>
    <dsp:sp modelId="{79B62547-A747-49E4-9A10-F6A08D4BB937}">
      <dsp:nvSpPr>
        <dsp:cNvPr id="0" name=""/>
        <dsp:cNvSpPr/>
      </dsp:nvSpPr>
      <dsp:spPr>
        <a:xfrm>
          <a:off x="2614210" y="2797336"/>
          <a:ext cx="2223281" cy="108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1DED5-1EF9-4777-AA88-5630C5740B9C}">
      <dsp:nvSpPr>
        <dsp:cNvPr id="0" name=""/>
        <dsp:cNvSpPr/>
      </dsp:nvSpPr>
      <dsp:spPr>
        <a:xfrm>
          <a:off x="5226566" y="1471471"/>
          <a:ext cx="778148" cy="7781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70819-FEB1-4233-BE1F-9377B4DA4B90}">
      <dsp:nvSpPr>
        <dsp:cNvPr id="0" name=""/>
        <dsp:cNvSpPr/>
      </dsp:nvSpPr>
      <dsp:spPr>
        <a:xfrm>
          <a:off x="5226566" y="2353157"/>
          <a:ext cx="2223281" cy="396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baseline="0" dirty="0"/>
            <a:t>Ease complex tasks that would be difficult to run manually</a:t>
          </a:r>
          <a:endParaRPr lang="en-US" sz="1400" b="0" kern="1200" dirty="0"/>
        </a:p>
      </dsp:txBody>
      <dsp:txXfrm>
        <a:off x="5226566" y="2353157"/>
        <a:ext cx="2223281" cy="396021"/>
      </dsp:txXfrm>
    </dsp:sp>
    <dsp:sp modelId="{7A44A84A-BDF5-4252-A3E5-1A236EDAFC42}">
      <dsp:nvSpPr>
        <dsp:cNvPr id="0" name=""/>
        <dsp:cNvSpPr/>
      </dsp:nvSpPr>
      <dsp:spPr>
        <a:xfrm>
          <a:off x="5226566" y="2797336"/>
          <a:ext cx="2223281" cy="108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1179D5-9231-48C9-AF23-D0E5F272173D}">
      <dsp:nvSpPr>
        <dsp:cNvPr id="0" name=""/>
        <dsp:cNvSpPr/>
      </dsp:nvSpPr>
      <dsp:spPr>
        <a:xfrm>
          <a:off x="7838921" y="1471471"/>
          <a:ext cx="778148" cy="7781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62807-41CC-4FE9-A7FB-4119E1DA64BE}">
      <dsp:nvSpPr>
        <dsp:cNvPr id="0" name=""/>
        <dsp:cNvSpPr/>
      </dsp:nvSpPr>
      <dsp:spPr>
        <a:xfrm>
          <a:off x="7838921" y="2353157"/>
          <a:ext cx="2223281" cy="396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/>
            <a:t>Makes work repeatable</a:t>
          </a:r>
        </a:p>
      </dsp:txBody>
      <dsp:txXfrm>
        <a:off x="7838921" y="2353157"/>
        <a:ext cx="2223281" cy="396021"/>
      </dsp:txXfrm>
    </dsp:sp>
    <dsp:sp modelId="{9A9A57E6-6FA7-448A-A957-97E168E28CAD}">
      <dsp:nvSpPr>
        <dsp:cNvPr id="0" name=""/>
        <dsp:cNvSpPr/>
      </dsp:nvSpPr>
      <dsp:spPr>
        <a:xfrm>
          <a:off x="7838921" y="2797336"/>
          <a:ext cx="2223281" cy="108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40242-1C68-4D58-AEAE-62B2BC5CE5BB}">
      <dsp:nvSpPr>
        <dsp:cNvPr id="0" name=""/>
        <dsp:cNvSpPr/>
      </dsp:nvSpPr>
      <dsp:spPr>
        <a:xfrm>
          <a:off x="10451277" y="1471471"/>
          <a:ext cx="778148" cy="7781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27BC4-8599-490B-B9C8-ABD2B6610567}">
      <dsp:nvSpPr>
        <dsp:cNvPr id="0" name=""/>
        <dsp:cNvSpPr/>
      </dsp:nvSpPr>
      <dsp:spPr>
        <a:xfrm>
          <a:off x="10451277" y="2353157"/>
          <a:ext cx="2223281" cy="396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/>
            <a:t>Reduces mental load</a:t>
          </a:r>
        </a:p>
      </dsp:txBody>
      <dsp:txXfrm>
        <a:off x="10451277" y="2353157"/>
        <a:ext cx="2223281" cy="396021"/>
      </dsp:txXfrm>
    </dsp:sp>
    <dsp:sp modelId="{7162FEF8-14F1-462C-A41A-C5C625B02150}">
      <dsp:nvSpPr>
        <dsp:cNvPr id="0" name=""/>
        <dsp:cNvSpPr/>
      </dsp:nvSpPr>
      <dsp:spPr>
        <a:xfrm>
          <a:off x="10451277" y="2797336"/>
          <a:ext cx="2223281" cy="108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2E2BD-0A61-4436-84E2-85C29EE09224}">
      <dsp:nvSpPr>
        <dsp:cNvPr id="0" name=""/>
        <dsp:cNvSpPr/>
      </dsp:nvSpPr>
      <dsp:spPr>
        <a:xfrm>
          <a:off x="6706" y="1471471"/>
          <a:ext cx="1323000" cy="132300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62572-EC2B-4C4A-A8C1-D286EDDD4064}">
      <dsp:nvSpPr>
        <dsp:cNvPr id="0" name=""/>
        <dsp:cNvSpPr/>
      </dsp:nvSpPr>
      <dsp:spPr>
        <a:xfrm>
          <a:off x="6706" y="2898009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0" i="0" kern="1200" baseline="0" dirty="0"/>
            <a:t>Bash</a:t>
          </a:r>
          <a:endParaRPr lang="en-US" sz="3600" kern="1200" dirty="0"/>
        </a:p>
      </dsp:txBody>
      <dsp:txXfrm>
        <a:off x="6706" y="2898009"/>
        <a:ext cx="3780000" cy="567000"/>
      </dsp:txXfrm>
    </dsp:sp>
    <dsp:sp modelId="{1B70AE76-52BC-4CD3-86F5-2050635D9FE8}">
      <dsp:nvSpPr>
        <dsp:cNvPr id="0" name=""/>
        <dsp:cNvSpPr/>
      </dsp:nvSpPr>
      <dsp:spPr>
        <a:xfrm>
          <a:off x="6706" y="3513166"/>
          <a:ext cx="3780000" cy="366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F49F6A-0543-4C83-9B29-6616B6ED3B39}">
      <dsp:nvSpPr>
        <dsp:cNvPr id="0" name=""/>
        <dsp:cNvSpPr/>
      </dsp:nvSpPr>
      <dsp:spPr>
        <a:xfrm>
          <a:off x="4448207" y="1471471"/>
          <a:ext cx="1323000" cy="1323000"/>
        </a:xfrm>
        <a:prstGeom prst="rect">
          <a:avLst/>
        </a:prstGeom>
        <a:blipFill dpi="0" rotWithShape="1">
          <a:blip xmlns:r="http://schemas.openxmlformats.org/officeDocument/2006/relationships" r:embed="rId2"/>
          <a:srcRect/>
          <a:stretch>
            <a:fillRect l="1566" t="33806" r="-2394" b="35265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0614A-BB5C-4437-A2DF-4A2839FB0A90}">
      <dsp:nvSpPr>
        <dsp:cNvPr id="0" name=""/>
        <dsp:cNvSpPr/>
      </dsp:nvSpPr>
      <dsp:spPr>
        <a:xfrm>
          <a:off x="4448207" y="2898009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0" i="0" kern="1200" baseline="0" dirty="0"/>
            <a:t>Expect</a:t>
          </a:r>
          <a:endParaRPr lang="en-US" sz="3600" kern="1200" dirty="0"/>
        </a:p>
      </dsp:txBody>
      <dsp:txXfrm>
        <a:off x="4448207" y="2898009"/>
        <a:ext cx="3780000" cy="567000"/>
      </dsp:txXfrm>
    </dsp:sp>
    <dsp:sp modelId="{D7B086B0-84CC-46ED-80D7-F792C14E29F8}">
      <dsp:nvSpPr>
        <dsp:cNvPr id="0" name=""/>
        <dsp:cNvSpPr/>
      </dsp:nvSpPr>
      <dsp:spPr>
        <a:xfrm>
          <a:off x="4448207" y="3513166"/>
          <a:ext cx="3780000" cy="366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1C182-9575-4601-A730-43621ACA08C7}">
      <dsp:nvSpPr>
        <dsp:cNvPr id="0" name=""/>
        <dsp:cNvSpPr/>
      </dsp:nvSpPr>
      <dsp:spPr>
        <a:xfrm>
          <a:off x="8889707" y="1471471"/>
          <a:ext cx="1323000" cy="1323000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33E37-4BAB-4225-8008-09780A79DE35}">
      <dsp:nvSpPr>
        <dsp:cNvPr id="0" name=""/>
        <dsp:cNvSpPr/>
      </dsp:nvSpPr>
      <dsp:spPr>
        <a:xfrm>
          <a:off x="8889707" y="2898009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Python</a:t>
          </a:r>
          <a:endParaRPr lang="en-US" sz="3600" kern="1200" dirty="0"/>
        </a:p>
      </dsp:txBody>
      <dsp:txXfrm>
        <a:off x="8889707" y="2898009"/>
        <a:ext cx="3780000" cy="567000"/>
      </dsp:txXfrm>
    </dsp:sp>
    <dsp:sp modelId="{127BA5FE-21D0-4D05-A85D-F34A63BD12E2}">
      <dsp:nvSpPr>
        <dsp:cNvPr id="0" name=""/>
        <dsp:cNvSpPr/>
      </dsp:nvSpPr>
      <dsp:spPr>
        <a:xfrm>
          <a:off x="8889707" y="3513166"/>
          <a:ext cx="3780000" cy="366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10824-B37E-4E64-9BED-804CD25B5EA5}">
      <dsp:nvSpPr>
        <dsp:cNvPr id="0" name=""/>
        <dsp:cNvSpPr/>
      </dsp:nvSpPr>
      <dsp:spPr>
        <a:xfrm>
          <a:off x="0" y="0"/>
          <a:ext cx="126764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25C71-C73E-4E41-A48D-79ED1BDC68EA}">
      <dsp:nvSpPr>
        <dsp:cNvPr id="0" name=""/>
        <dsp:cNvSpPr/>
      </dsp:nvSpPr>
      <dsp:spPr>
        <a:xfrm>
          <a:off x="0" y="0"/>
          <a:ext cx="12676414" cy="133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One-time commands</a:t>
          </a:r>
          <a:endParaRPr lang="en-US" sz="5800" kern="1200"/>
        </a:p>
      </dsp:txBody>
      <dsp:txXfrm>
        <a:off x="0" y="0"/>
        <a:ext cx="12676414" cy="1337701"/>
      </dsp:txXfrm>
    </dsp:sp>
    <dsp:sp modelId="{DD8518B2-F6E8-4145-BABE-66E6AE1DC1F7}">
      <dsp:nvSpPr>
        <dsp:cNvPr id="0" name=""/>
        <dsp:cNvSpPr/>
      </dsp:nvSpPr>
      <dsp:spPr>
        <a:xfrm>
          <a:off x="0" y="1337700"/>
          <a:ext cx="126764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4F097-2CB5-4C49-8CDE-98A9459F9861}">
      <dsp:nvSpPr>
        <dsp:cNvPr id="0" name=""/>
        <dsp:cNvSpPr/>
      </dsp:nvSpPr>
      <dsp:spPr>
        <a:xfrm>
          <a:off x="0" y="1337701"/>
          <a:ext cx="12676414" cy="133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 dirty="0"/>
            <a:t>Highly exploratory work</a:t>
          </a:r>
          <a:endParaRPr lang="en-US" sz="5800" kern="1200" dirty="0"/>
        </a:p>
      </dsp:txBody>
      <dsp:txXfrm>
        <a:off x="0" y="1337701"/>
        <a:ext cx="12676414" cy="1337701"/>
      </dsp:txXfrm>
    </dsp:sp>
    <dsp:sp modelId="{12D2BDF9-D6BD-47D0-BEEA-60DF67F993E2}">
      <dsp:nvSpPr>
        <dsp:cNvPr id="0" name=""/>
        <dsp:cNvSpPr/>
      </dsp:nvSpPr>
      <dsp:spPr>
        <a:xfrm>
          <a:off x="0" y="2675401"/>
          <a:ext cx="126764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A4473-AE10-45F1-8D00-CDF418F571CA}">
      <dsp:nvSpPr>
        <dsp:cNvPr id="0" name=""/>
        <dsp:cNvSpPr/>
      </dsp:nvSpPr>
      <dsp:spPr>
        <a:xfrm>
          <a:off x="0" y="2675402"/>
          <a:ext cx="12676414" cy="133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Tasks with good existing tools</a:t>
          </a:r>
          <a:endParaRPr lang="en-US" sz="5800" kern="1200"/>
        </a:p>
      </dsp:txBody>
      <dsp:txXfrm>
        <a:off x="0" y="2675402"/>
        <a:ext cx="12676414" cy="1337701"/>
      </dsp:txXfrm>
    </dsp:sp>
    <dsp:sp modelId="{466DAFA2-640D-43D0-A802-F226E0A9D881}">
      <dsp:nvSpPr>
        <dsp:cNvPr id="0" name=""/>
        <dsp:cNvSpPr/>
      </dsp:nvSpPr>
      <dsp:spPr>
        <a:xfrm>
          <a:off x="0" y="4013103"/>
          <a:ext cx="126764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6BE6B-4652-4C45-B0B2-D0B4AF88CD3C}">
      <dsp:nvSpPr>
        <dsp:cNvPr id="0" name=""/>
        <dsp:cNvSpPr/>
      </dsp:nvSpPr>
      <dsp:spPr>
        <a:xfrm>
          <a:off x="0" y="4013103"/>
          <a:ext cx="12676414" cy="133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When it is faster to just do the command</a:t>
          </a:r>
          <a:endParaRPr lang="en-US" sz="5800" kern="1200"/>
        </a:p>
      </dsp:txBody>
      <dsp:txXfrm>
        <a:off x="0" y="4013103"/>
        <a:ext cx="12676414" cy="13377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3873E-3042-4240-9EEF-F082077101DF}">
      <dsp:nvSpPr>
        <dsp:cNvPr id="0" name=""/>
        <dsp:cNvSpPr/>
      </dsp:nvSpPr>
      <dsp:spPr>
        <a:xfrm>
          <a:off x="0" y="0"/>
          <a:ext cx="126764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2F6A7-4142-483A-988F-4ECBD3889470}">
      <dsp:nvSpPr>
        <dsp:cNvPr id="0" name=""/>
        <dsp:cNvSpPr/>
      </dsp:nvSpPr>
      <dsp:spPr>
        <a:xfrm>
          <a:off x="0" y="0"/>
          <a:ext cx="12676414" cy="133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t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b="0" i="0" kern="1200" baseline="0"/>
            <a:t>Bash scripts automate the terminal</a:t>
          </a:r>
          <a:endParaRPr lang="en-US" sz="6200" kern="1200"/>
        </a:p>
      </dsp:txBody>
      <dsp:txXfrm>
        <a:off x="0" y="0"/>
        <a:ext cx="12676414" cy="1337701"/>
      </dsp:txXfrm>
    </dsp:sp>
    <dsp:sp modelId="{2EA3712E-52AB-409C-B68F-53F8B3A57C24}">
      <dsp:nvSpPr>
        <dsp:cNvPr id="0" name=""/>
        <dsp:cNvSpPr/>
      </dsp:nvSpPr>
      <dsp:spPr>
        <a:xfrm>
          <a:off x="0" y="1337700"/>
          <a:ext cx="126764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55910-71E0-4A31-B200-D184AD9F5ADA}">
      <dsp:nvSpPr>
        <dsp:cNvPr id="0" name=""/>
        <dsp:cNvSpPr/>
      </dsp:nvSpPr>
      <dsp:spPr>
        <a:xfrm>
          <a:off x="0" y="1337701"/>
          <a:ext cx="12676414" cy="133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t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b="0" i="0" kern="1200" baseline="0" dirty="0"/>
            <a:t>Same commands you already use</a:t>
          </a:r>
          <a:endParaRPr lang="en-US" sz="6200" kern="1200" dirty="0"/>
        </a:p>
      </dsp:txBody>
      <dsp:txXfrm>
        <a:off x="0" y="1337701"/>
        <a:ext cx="12676414" cy="1337701"/>
      </dsp:txXfrm>
    </dsp:sp>
    <dsp:sp modelId="{4FA6ED04-36DB-4C79-BA66-885717B0DB0E}">
      <dsp:nvSpPr>
        <dsp:cNvPr id="0" name=""/>
        <dsp:cNvSpPr/>
      </dsp:nvSpPr>
      <dsp:spPr>
        <a:xfrm>
          <a:off x="0" y="2675401"/>
          <a:ext cx="126764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CDCA0-FBEB-41B8-BEA3-C6C34AD757BA}">
      <dsp:nvSpPr>
        <dsp:cNvPr id="0" name=""/>
        <dsp:cNvSpPr/>
      </dsp:nvSpPr>
      <dsp:spPr>
        <a:xfrm>
          <a:off x="0" y="2675402"/>
          <a:ext cx="12676414" cy="133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t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b="0" i="0" kern="1200" baseline="0"/>
            <a:t>Saved in .sh files</a:t>
          </a:r>
          <a:endParaRPr lang="en-US" sz="6200" kern="1200"/>
        </a:p>
      </dsp:txBody>
      <dsp:txXfrm>
        <a:off x="0" y="2675402"/>
        <a:ext cx="12676414" cy="1337701"/>
      </dsp:txXfrm>
    </dsp:sp>
    <dsp:sp modelId="{5D48B4C9-02E1-4F8F-9558-E717EA5772B8}">
      <dsp:nvSpPr>
        <dsp:cNvPr id="0" name=""/>
        <dsp:cNvSpPr/>
      </dsp:nvSpPr>
      <dsp:spPr>
        <a:xfrm>
          <a:off x="0" y="4013103"/>
          <a:ext cx="126764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E1C2C-D016-4472-8947-18E7CA3C845A}">
      <dsp:nvSpPr>
        <dsp:cNvPr id="0" name=""/>
        <dsp:cNvSpPr/>
      </dsp:nvSpPr>
      <dsp:spPr>
        <a:xfrm>
          <a:off x="0" y="4013103"/>
          <a:ext cx="12676414" cy="133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t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b="0" i="0" kern="1200" baseline="0"/>
            <a:t>Run top to bottom</a:t>
          </a:r>
          <a:endParaRPr lang="en-US" sz="6200" kern="1200"/>
        </a:p>
      </dsp:txBody>
      <dsp:txXfrm>
        <a:off x="0" y="4013103"/>
        <a:ext cx="12676414" cy="13377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B8A31-2B9F-A94B-A2CC-00F18DA5733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F604B-6C0D-8446-A61A-2AA75F3719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943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EC66E-FACF-7F40-AACA-BA49429FF6B3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BDDD1B-7981-514B-B211-D97C9422D5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52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125621"/>
            <a:ext cx="12435840" cy="32357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6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 Bold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94560" y="4925167"/>
            <a:ext cx="10241280" cy="991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cap="all" baseline="0">
                <a:solidFill>
                  <a:srgbClr val="B01C32"/>
                </a:solidFill>
                <a:latin typeface="Century Gothic Bold Italic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</a:t>
            </a:r>
          </a:p>
          <a:p>
            <a:r>
              <a:rPr lang="en-US" dirty="0"/>
              <a:t>Clement Lab</a:t>
            </a:r>
          </a:p>
          <a:p>
            <a:r>
              <a:rPr lang="en-US" dirty="0"/>
              <a:t>Date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 flipV="1">
            <a:off x="2339181" y="6281016"/>
            <a:ext cx="9952038" cy="6350"/>
          </a:xfrm>
          <a:prstGeom prst="line">
            <a:avLst/>
          </a:prstGeom>
          <a:ln w="3175" cmpd="sng">
            <a:solidFill>
              <a:srgbClr val="B0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16" descr="U Health_horizontal_cmyk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1713" y="6780175"/>
            <a:ext cx="24669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901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89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1">
    <p:bg>
      <p:bgPr>
        <a:gradFill flip="none" rotWithShape="1">
          <a:gsLst>
            <a:gs pos="0">
              <a:srgbClr val="A21727">
                <a:lumMod val="96000"/>
                <a:lumOff val="4000"/>
              </a:srgbClr>
            </a:gs>
            <a:gs pos="100000">
              <a:srgbClr val="A21727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633788" y="4733925"/>
            <a:ext cx="7315200" cy="6350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U Health_horizontal_whi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488" y="5008563"/>
            <a:ext cx="24860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633788" y="3146516"/>
            <a:ext cx="7315200" cy="17240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8000" b="0" i="0" spc="200" baseline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208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>
            <a:grayscl/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9" r="3588" b="762"/>
          <a:stretch/>
        </p:blipFill>
        <p:spPr bwMode="auto">
          <a:xfrm>
            <a:off x="1" y="-8359"/>
            <a:ext cx="14630400" cy="8237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19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/>
          <p:nvPr userDrawn="1"/>
        </p:nvSpPr>
        <p:spPr>
          <a:xfrm>
            <a:off x="0" y="1"/>
            <a:ext cx="127000" cy="8229600"/>
          </a:xfrm>
          <a:prstGeom prst="rect">
            <a:avLst/>
          </a:prstGeom>
          <a:solidFill>
            <a:srgbClr val="AF282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633788" y="3146516"/>
            <a:ext cx="7315200" cy="17240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8000" b="0" i="0" spc="200" baseline="0">
                <a:solidFill>
                  <a:srgbClr val="A21727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pic>
        <p:nvPicPr>
          <p:cNvPr id="19" name="Picture 16" descr="U Health_horizontal_cmyk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1713" y="4995863"/>
            <a:ext cx="24669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Connector 19"/>
          <p:cNvCxnSpPr/>
          <p:nvPr userDrawn="1"/>
        </p:nvCxnSpPr>
        <p:spPr>
          <a:xfrm flipV="1">
            <a:off x="3633788" y="4733925"/>
            <a:ext cx="7315200" cy="6350"/>
          </a:xfrm>
          <a:prstGeom prst="line">
            <a:avLst/>
          </a:prstGeom>
          <a:ln w="3175" cmpd="sng">
            <a:solidFill>
              <a:srgbClr val="B0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gradFill>
          <a:gsLst>
            <a:gs pos="60000">
              <a:schemeClr val="tx1">
                <a:lumMod val="80000"/>
                <a:lumOff val="20000"/>
              </a:schemeClr>
            </a:gs>
            <a:gs pos="100000">
              <a:srgbClr val="1E1E1E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" descr="U Health_horizontal_whi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669428"/>
            <a:ext cx="1558925" cy="409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02063" y="3465512"/>
            <a:ext cx="12839700" cy="1371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"Click to edit Master text styles”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7321550" y="5106988"/>
            <a:ext cx="6419850" cy="3667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800" b="0" i="1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5" name="Straight Connector 14"/>
          <p:cNvCxnSpPr>
            <a:cxnSpLocks/>
          </p:cNvCxnSpPr>
          <p:nvPr userDrawn="1"/>
        </p:nvCxnSpPr>
        <p:spPr>
          <a:xfrm>
            <a:off x="2576513" y="7856538"/>
            <a:ext cx="12053887" cy="0"/>
          </a:xfrm>
          <a:prstGeom prst="line">
            <a:avLst/>
          </a:prstGeom>
          <a:ln w="127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 userDrawn="1"/>
        </p:nvSpPr>
        <p:spPr>
          <a:xfrm>
            <a:off x="0" y="1"/>
            <a:ext cx="127000" cy="8229600"/>
          </a:xfrm>
          <a:prstGeom prst="rect">
            <a:avLst/>
          </a:prstGeom>
          <a:solidFill>
            <a:srgbClr val="AF282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86E83B-042F-8AF4-7633-507DC52B0DF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104900" y="2114868"/>
            <a:ext cx="12676414" cy="5350804"/>
          </a:xfrm>
          <a:prstGeom prst="rect">
            <a:avLst/>
          </a:prstGeom>
        </p:spPr>
        <p:txBody>
          <a:bodyPr/>
          <a:lstStyle>
            <a:lvl1pPr marL="0" indent="-182880" algn="l" defTabSz="731520" rtl="0" eaLnBrk="1" latinLnBrk="0" hangingPunct="1">
              <a:spcBef>
                <a:spcPct val="20000"/>
              </a:spcBef>
              <a:buFont typeface="Arial"/>
              <a:defRPr lang="en-US" sz="28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1pPr>
            <a:lvl2pPr marL="640080" indent="-274320" algn="l" defTabSz="7315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lang="en-US" sz="24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2pPr>
            <a:lvl3pPr marL="914400" indent="-274320" algn="l" defTabSz="731520" rtl="0" eaLnBrk="1" latinLnBrk="0" hangingPunct="1">
              <a:spcBef>
                <a:spcPct val="20000"/>
              </a:spcBef>
              <a:buFont typeface="Arial"/>
              <a:defRPr lang="en-US" sz="20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3pPr>
            <a:lvl4pPr marL="1371600" indent="-274320" algn="l" defTabSz="731520" rtl="0" eaLnBrk="1" latinLnBrk="0" hangingPunct="1">
              <a:spcBef>
                <a:spcPct val="20000"/>
              </a:spcBef>
              <a:buFont typeface="Arial"/>
              <a:defRPr lang="en-US" sz="20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4pPr>
            <a:lvl5pPr marL="1828800" indent="-274320" algn="l" defTabSz="731520" rtl="0" eaLnBrk="1" latinLnBrk="0" hangingPunct="1">
              <a:spcBef>
                <a:spcPct val="20000"/>
              </a:spcBef>
              <a:buFont typeface="Arial"/>
              <a:defRPr lang="en-US" sz="16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694482"/>
            <a:ext cx="12793980" cy="6594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1"/>
            <a:ext cx="127000" cy="8229600"/>
          </a:xfrm>
          <a:prstGeom prst="rect">
            <a:avLst/>
          </a:prstGeom>
          <a:solidFill>
            <a:srgbClr val="AF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pic>
        <p:nvPicPr>
          <p:cNvPr id="14" name="Picture 13" descr="U Health_horizontal_cmyk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680325"/>
            <a:ext cx="15589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Connector 14"/>
          <p:cNvCxnSpPr>
            <a:cxnSpLocks/>
          </p:cNvCxnSpPr>
          <p:nvPr userDrawn="1"/>
        </p:nvCxnSpPr>
        <p:spPr>
          <a:xfrm>
            <a:off x="2576513" y="7856538"/>
            <a:ext cx="12053887" cy="0"/>
          </a:xfrm>
          <a:prstGeom prst="line">
            <a:avLst/>
          </a:prstGeom>
          <a:ln w="12700" cmpd="sng">
            <a:solidFill>
              <a:srgbClr val="A217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04913FA-12CA-B90F-6ED5-C0CF17D4EA3D}"/>
              </a:ext>
            </a:extLst>
          </p:cNvPr>
          <p:cNvSpPr/>
          <p:nvPr userDrawn="1"/>
        </p:nvSpPr>
        <p:spPr>
          <a:xfrm>
            <a:off x="152400" y="1"/>
            <a:ext cx="45719" cy="82296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78C14-A665-CC67-1420-7CA7599C87F9}"/>
              </a:ext>
            </a:extLst>
          </p:cNvPr>
          <p:cNvSpPr/>
          <p:nvPr userDrawn="1"/>
        </p:nvSpPr>
        <p:spPr>
          <a:xfrm>
            <a:off x="0" y="3077852"/>
            <a:ext cx="127000" cy="5151749"/>
          </a:xfrm>
          <a:prstGeom prst="rect">
            <a:avLst/>
          </a:prstGeom>
          <a:gradFill>
            <a:gsLst>
              <a:gs pos="37000">
                <a:srgbClr val="BF5356">
                  <a:alpha val="0"/>
                </a:srgbClr>
              </a:gs>
              <a:gs pos="100000">
                <a:schemeClr val="tx1">
                  <a:lumMod val="50000"/>
                  <a:lumOff val="50000"/>
                  <a:alpha val="13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</p:spTree>
    <p:extLst>
      <p:ext uri="{BB962C8B-B14F-4D97-AF65-F5344CB8AC3E}">
        <p14:creationId xmlns:p14="http://schemas.microsoft.com/office/powerpoint/2010/main" val="114763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FB0B66-695A-2AC9-9F23-FAD147CD16E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839050" y="2114868"/>
            <a:ext cx="6059829" cy="5350804"/>
          </a:xfrm>
          <a:prstGeom prst="rect">
            <a:avLst/>
          </a:prstGeom>
        </p:spPr>
        <p:txBody>
          <a:bodyPr/>
          <a:lstStyle>
            <a:lvl1pPr marL="0" indent="-182880" algn="l" defTabSz="731520" rtl="0" eaLnBrk="1" latinLnBrk="0" hangingPunct="1">
              <a:spcBef>
                <a:spcPct val="20000"/>
              </a:spcBef>
              <a:buFont typeface="Arial"/>
              <a:defRPr lang="en-US" sz="28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1pPr>
            <a:lvl2pPr marL="640080" indent="-274320" algn="l" defTabSz="7315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lang="en-US" sz="24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2pPr>
            <a:lvl3pPr marL="914400" indent="-274320" algn="l" defTabSz="731520" rtl="0" eaLnBrk="1" latinLnBrk="0" hangingPunct="1">
              <a:spcBef>
                <a:spcPct val="20000"/>
              </a:spcBef>
              <a:buFont typeface="Arial"/>
              <a:defRPr lang="en-US" sz="20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3pPr>
            <a:lvl4pPr marL="1371600" indent="-274320" algn="l" defTabSz="731520" rtl="0" eaLnBrk="1" latinLnBrk="0" hangingPunct="1">
              <a:spcBef>
                <a:spcPct val="20000"/>
              </a:spcBef>
              <a:buFont typeface="Arial"/>
              <a:defRPr lang="en-US" sz="20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4pPr>
            <a:lvl5pPr marL="1828800" indent="-274320" algn="l" defTabSz="731520" rtl="0" eaLnBrk="1" latinLnBrk="0" hangingPunct="1">
              <a:spcBef>
                <a:spcPct val="20000"/>
              </a:spcBef>
              <a:buFont typeface="Arial"/>
              <a:defRPr lang="en-US" sz="16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694482"/>
            <a:ext cx="12793980" cy="6594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1"/>
            <a:ext cx="127000" cy="8229600"/>
          </a:xfrm>
          <a:prstGeom prst="rect">
            <a:avLst/>
          </a:prstGeom>
          <a:solidFill>
            <a:srgbClr val="AF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2114868"/>
            <a:ext cx="6059829" cy="5350804"/>
          </a:xfrm>
          <a:prstGeom prst="rect">
            <a:avLst/>
          </a:prstGeom>
        </p:spPr>
        <p:txBody>
          <a:bodyPr/>
          <a:lstStyle>
            <a:lvl1pPr marL="0" indent="-182880" algn="l" defTabSz="731520" rtl="0" eaLnBrk="1" latinLnBrk="0" hangingPunct="1">
              <a:spcBef>
                <a:spcPct val="20000"/>
              </a:spcBef>
              <a:buFont typeface="Arial"/>
              <a:defRPr lang="en-US" sz="28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1pPr>
            <a:lvl2pPr marL="640080" indent="-274320" algn="l" defTabSz="7315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lang="en-US" sz="24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2pPr>
            <a:lvl3pPr marL="914400" indent="-274320" algn="l" defTabSz="731520" rtl="0" eaLnBrk="1" latinLnBrk="0" hangingPunct="1">
              <a:spcBef>
                <a:spcPct val="20000"/>
              </a:spcBef>
              <a:buFont typeface="Arial"/>
              <a:defRPr lang="en-US" sz="20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3pPr>
            <a:lvl4pPr marL="1371600" indent="-274320" algn="l" defTabSz="731520" rtl="0" eaLnBrk="1" latinLnBrk="0" hangingPunct="1">
              <a:spcBef>
                <a:spcPct val="20000"/>
              </a:spcBef>
              <a:buFont typeface="Arial"/>
              <a:defRPr lang="en-US" sz="20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4pPr>
            <a:lvl5pPr marL="1828800" indent="-274320" algn="l" defTabSz="731520" rtl="0" eaLnBrk="1" latinLnBrk="0" hangingPunct="1">
              <a:spcBef>
                <a:spcPct val="20000"/>
              </a:spcBef>
              <a:buFont typeface="Arial"/>
              <a:defRPr lang="en-US" sz="1600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+mn-ea"/>
                <a:cs typeface="Avenir Roman"/>
              </a:defRPr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13" descr="U Health_horizontal_cmyk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680325"/>
            <a:ext cx="15589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Connector 14"/>
          <p:cNvCxnSpPr>
            <a:cxnSpLocks/>
          </p:cNvCxnSpPr>
          <p:nvPr userDrawn="1"/>
        </p:nvCxnSpPr>
        <p:spPr>
          <a:xfrm>
            <a:off x="2576513" y="7856538"/>
            <a:ext cx="12053887" cy="0"/>
          </a:xfrm>
          <a:prstGeom prst="line">
            <a:avLst/>
          </a:prstGeom>
          <a:ln w="12700" cmpd="sng">
            <a:solidFill>
              <a:srgbClr val="A217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2852627-5F44-9657-C21E-6DE0E3E8BE80}"/>
              </a:ext>
            </a:extLst>
          </p:cNvPr>
          <p:cNvSpPr/>
          <p:nvPr userDrawn="1"/>
        </p:nvSpPr>
        <p:spPr>
          <a:xfrm>
            <a:off x="152400" y="1"/>
            <a:ext cx="45719" cy="82296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D20F47-B85B-D083-4913-C11324F03A07}"/>
              </a:ext>
            </a:extLst>
          </p:cNvPr>
          <p:cNvSpPr/>
          <p:nvPr userDrawn="1"/>
        </p:nvSpPr>
        <p:spPr>
          <a:xfrm>
            <a:off x="0" y="3077852"/>
            <a:ext cx="127000" cy="5151749"/>
          </a:xfrm>
          <a:prstGeom prst="rect">
            <a:avLst/>
          </a:prstGeom>
          <a:gradFill>
            <a:gsLst>
              <a:gs pos="37000">
                <a:srgbClr val="BF5356">
                  <a:alpha val="0"/>
                </a:srgbClr>
              </a:gs>
              <a:gs pos="100000">
                <a:schemeClr val="tx1">
                  <a:lumMod val="50000"/>
                  <a:lumOff val="50000"/>
                  <a:alpha val="13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694482"/>
            <a:ext cx="12793980" cy="6594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1"/>
            <a:ext cx="127000" cy="8229600"/>
          </a:xfrm>
          <a:prstGeom prst="rect">
            <a:avLst/>
          </a:prstGeom>
          <a:solidFill>
            <a:srgbClr val="AF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pic>
        <p:nvPicPr>
          <p:cNvPr id="14" name="Picture 13" descr="U Health_horizontal_cmyk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680325"/>
            <a:ext cx="15589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Connector 14"/>
          <p:cNvCxnSpPr>
            <a:cxnSpLocks/>
          </p:cNvCxnSpPr>
          <p:nvPr userDrawn="1"/>
        </p:nvCxnSpPr>
        <p:spPr>
          <a:xfrm>
            <a:off x="2576513" y="7856538"/>
            <a:ext cx="12053887" cy="0"/>
          </a:xfrm>
          <a:prstGeom prst="line">
            <a:avLst/>
          </a:prstGeom>
          <a:ln w="12700" cmpd="sng">
            <a:solidFill>
              <a:srgbClr val="A217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FC2B0AC-3E8E-704F-ED62-E880F3505F81}"/>
              </a:ext>
            </a:extLst>
          </p:cNvPr>
          <p:cNvSpPr/>
          <p:nvPr userDrawn="1"/>
        </p:nvSpPr>
        <p:spPr>
          <a:xfrm>
            <a:off x="152400" y="1"/>
            <a:ext cx="45719" cy="82296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74F085-8062-8765-1ED8-1C076ED55797}"/>
              </a:ext>
            </a:extLst>
          </p:cNvPr>
          <p:cNvSpPr/>
          <p:nvPr userDrawn="1"/>
        </p:nvSpPr>
        <p:spPr>
          <a:xfrm>
            <a:off x="0" y="3077852"/>
            <a:ext cx="127000" cy="5151749"/>
          </a:xfrm>
          <a:prstGeom prst="rect">
            <a:avLst/>
          </a:prstGeom>
          <a:gradFill>
            <a:gsLst>
              <a:gs pos="37000">
                <a:srgbClr val="BF5356">
                  <a:alpha val="0"/>
                </a:srgbClr>
              </a:gs>
              <a:gs pos="100000">
                <a:schemeClr val="tx1">
                  <a:lumMod val="50000"/>
                  <a:lumOff val="50000"/>
                  <a:alpha val="13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1618665"/>
            <a:ext cx="14630400" cy="5835431"/>
          </a:xfrm>
          <a:prstGeom prst="rect">
            <a:avLst/>
          </a:prstGeom>
          <a:solidFill>
            <a:srgbClr val="A21727"/>
          </a:solidFill>
          <a:ln>
            <a:noFill/>
          </a:ln>
          <a:effectLst>
            <a:glow rad="444500">
              <a:schemeClr val="tx1">
                <a:lumMod val="95000"/>
                <a:lumOff val="5000"/>
                <a:alpha val="3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8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694482"/>
            <a:ext cx="12793980" cy="6594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1"/>
            <a:ext cx="125883" cy="8229600"/>
          </a:xfrm>
          <a:prstGeom prst="rect">
            <a:avLst/>
          </a:prstGeom>
          <a:solidFill>
            <a:srgbClr val="AF282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pic>
        <p:nvPicPr>
          <p:cNvPr id="14" name="Picture 13" descr="U Health_horizontal_cmyk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680325"/>
            <a:ext cx="15589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Connector 14"/>
          <p:cNvCxnSpPr>
            <a:cxnSpLocks/>
          </p:cNvCxnSpPr>
          <p:nvPr userDrawn="1"/>
        </p:nvCxnSpPr>
        <p:spPr>
          <a:xfrm>
            <a:off x="2576513" y="7856538"/>
            <a:ext cx="12053887" cy="0"/>
          </a:xfrm>
          <a:prstGeom prst="line">
            <a:avLst/>
          </a:prstGeom>
          <a:ln w="12700" cmpd="sng">
            <a:solidFill>
              <a:srgbClr val="A217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"/>
            <a:ext cx="127000" cy="8229600"/>
          </a:xfrm>
          <a:prstGeom prst="rect">
            <a:avLst/>
          </a:prstGeom>
          <a:solidFill>
            <a:srgbClr val="AF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pic>
        <p:nvPicPr>
          <p:cNvPr id="14" name="Picture 13" descr="U Health_horizontal_cmyk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680325"/>
            <a:ext cx="15589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Connector 14"/>
          <p:cNvCxnSpPr>
            <a:cxnSpLocks/>
          </p:cNvCxnSpPr>
          <p:nvPr userDrawn="1"/>
        </p:nvCxnSpPr>
        <p:spPr>
          <a:xfrm>
            <a:off x="2576513" y="7856538"/>
            <a:ext cx="12053887" cy="0"/>
          </a:xfrm>
          <a:prstGeom prst="line">
            <a:avLst/>
          </a:prstGeom>
          <a:ln w="12700" cmpd="sng">
            <a:solidFill>
              <a:srgbClr val="A217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CB5EEA0-0425-F0FA-90B0-255BE49DF786}"/>
              </a:ext>
            </a:extLst>
          </p:cNvPr>
          <p:cNvSpPr/>
          <p:nvPr userDrawn="1"/>
        </p:nvSpPr>
        <p:spPr>
          <a:xfrm>
            <a:off x="152400" y="1"/>
            <a:ext cx="45719" cy="82296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1B34A5-9AA2-DA3A-688D-35DB94DE651B}"/>
              </a:ext>
            </a:extLst>
          </p:cNvPr>
          <p:cNvSpPr/>
          <p:nvPr userDrawn="1"/>
        </p:nvSpPr>
        <p:spPr>
          <a:xfrm>
            <a:off x="0" y="3077852"/>
            <a:ext cx="127000" cy="5151749"/>
          </a:xfrm>
          <a:prstGeom prst="rect">
            <a:avLst/>
          </a:prstGeom>
          <a:gradFill>
            <a:gsLst>
              <a:gs pos="37000">
                <a:srgbClr val="BF5356">
                  <a:alpha val="0"/>
                </a:srgbClr>
              </a:gs>
              <a:gs pos="100000">
                <a:schemeClr val="tx1">
                  <a:lumMod val="50000"/>
                  <a:lumOff val="50000"/>
                  <a:alpha val="13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"/>
            <a:ext cx="127000" cy="8229600"/>
          </a:xfrm>
          <a:prstGeom prst="rect">
            <a:avLst/>
          </a:prstGeom>
          <a:solidFill>
            <a:srgbClr val="AF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D834C9-791F-C0F8-4933-4AEFE8F86BD6}"/>
              </a:ext>
            </a:extLst>
          </p:cNvPr>
          <p:cNvSpPr/>
          <p:nvPr userDrawn="1"/>
        </p:nvSpPr>
        <p:spPr>
          <a:xfrm>
            <a:off x="152400" y="1"/>
            <a:ext cx="45719" cy="82296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1D056-A8D0-0076-8950-D5FBCA23F42E}"/>
              </a:ext>
            </a:extLst>
          </p:cNvPr>
          <p:cNvSpPr/>
          <p:nvPr userDrawn="1"/>
        </p:nvSpPr>
        <p:spPr>
          <a:xfrm>
            <a:off x="0" y="3077852"/>
            <a:ext cx="127000" cy="5151749"/>
          </a:xfrm>
          <a:prstGeom prst="rect">
            <a:avLst/>
          </a:prstGeom>
          <a:gradFill>
            <a:gsLst>
              <a:gs pos="37000">
                <a:srgbClr val="BF5356">
                  <a:alpha val="0"/>
                </a:srgbClr>
              </a:gs>
              <a:gs pos="100000">
                <a:schemeClr val="tx1">
                  <a:lumMod val="50000"/>
                  <a:lumOff val="50000"/>
                  <a:alpha val="1300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315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608"/>
          </a:p>
        </p:txBody>
      </p:sp>
    </p:spTree>
    <p:extLst>
      <p:ext uri="{BB962C8B-B14F-4D97-AF65-F5344CB8AC3E}">
        <p14:creationId xmlns:p14="http://schemas.microsoft.com/office/powerpoint/2010/main" val="223956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5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45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59" r:id="rId4"/>
    <p:sldLayoutId id="2147483650" r:id="rId5"/>
    <p:sldLayoutId id="2147483665" r:id="rId6"/>
    <p:sldLayoutId id="2147483664" r:id="rId7"/>
    <p:sldLayoutId id="2147483666" r:id="rId8"/>
    <p:sldLayoutId id="2147483663" r:id="rId9"/>
    <p:sldLayoutId id="2147483655" r:id="rId10"/>
    <p:sldLayoutId id="214748366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731520" rtl="0" eaLnBrk="1" latinLnBrk="0" hangingPunct="1">
        <a:spcBef>
          <a:spcPct val="0"/>
        </a:spcBef>
        <a:buNone/>
        <a:defRPr sz="4480" b="0" i="0" kern="1200" cap="all" baseline="0">
          <a:solidFill>
            <a:srgbClr val="B01C32"/>
          </a:solidFill>
          <a:latin typeface="Century Gothic" charset="0"/>
          <a:ea typeface="+mj-ea"/>
          <a:cs typeface="Avenir Roman"/>
        </a:defRPr>
      </a:lvl1pPr>
    </p:titleStyle>
    <p:bodyStyle>
      <a:lvl1pPr marL="548640" indent="-548640" algn="l" defTabSz="731520" rtl="0" eaLnBrk="1" latinLnBrk="0" hangingPunct="1">
        <a:spcBef>
          <a:spcPct val="20000"/>
        </a:spcBef>
        <a:buFont typeface="Arial"/>
        <a:buChar char="•"/>
        <a:defRPr sz="4480" b="0" i="0" kern="1200" baseline="0">
          <a:solidFill>
            <a:schemeClr val="tx1">
              <a:lumMod val="65000"/>
              <a:lumOff val="35000"/>
            </a:schemeClr>
          </a:solidFill>
          <a:latin typeface="Century Gothic" charset="0"/>
          <a:ea typeface="+mn-ea"/>
          <a:cs typeface="Avenir Roman"/>
        </a:defRPr>
      </a:lvl1pPr>
      <a:lvl2pPr marL="1188720" indent="-457200" algn="l" defTabSz="731520" rtl="0" eaLnBrk="1" latinLnBrk="0" hangingPunct="1">
        <a:spcBef>
          <a:spcPct val="20000"/>
        </a:spcBef>
        <a:buFont typeface="Arial"/>
        <a:buChar char="–"/>
        <a:defRPr sz="3840" b="0" i="0" kern="1200" baseline="0">
          <a:solidFill>
            <a:schemeClr val="tx1">
              <a:lumMod val="65000"/>
              <a:lumOff val="35000"/>
            </a:schemeClr>
          </a:solidFill>
          <a:latin typeface="Century Gothic" charset="0"/>
          <a:ea typeface="+mn-ea"/>
          <a:cs typeface="Avenir Roman"/>
        </a:defRPr>
      </a:lvl2pPr>
      <a:lvl3pPr marL="1828800" indent="-365760" algn="l" defTabSz="731520" rtl="0" eaLnBrk="1" latinLnBrk="0" hangingPunct="1">
        <a:spcBef>
          <a:spcPct val="20000"/>
        </a:spcBef>
        <a:buFont typeface="Arial"/>
        <a:buChar char="•"/>
        <a:defRPr sz="3200" b="0" i="0" kern="1200" baseline="0">
          <a:solidFill>
            <a:schemeClr val="tx1">
              <a:lumMod val="65000"/>
              <a:lumOff val="35000"/>
            </a:schemeClr>
          </a:solidFill>
          <a:latin typeface="Century Gothic" charset="0"/>
          <a:ea typeface="Century Gothic" charset="0"/>
          <a:cs typeface="Century Gothic" charset="0"/>
        </a:defRPr>
      </a:lvl3pPr>
      <a:lvl4pPr marL="2560320" indent="-365760" algn="l" defTabSz="731520" rtl="0" eaLnBrk="1" latinLnBrk="0" hangingPunct="1">
        <a:spcBef>
          <a:spcPct val="20000"/>
        </a:spcBef>
        <a:buFont typeface="Arial"/>
        <a:buChar char="–"/>
        <a:defRPr sz="2560" b="0" i="0" kern="1200" baseline="0">
          <a:solidFill>
            <a:schemeClr val="tx1">
              <a:lumMod val="65000"/>
              <a:lumOff val="35000"/>
            </a:schemeClr>
          </a:solidFill>
          <a:latin typeface="Century Gothic" charset="0"/>
          <a:ea typeface="+mn-ea"/>
          <a:cs typeface="Avenir Roman"/>
        </a:defRPr>
      </a:lvl4pPr>
      <a:lvl5pPr marL="3291840" indent="-365760" algn="l" defTabSz="731520" rtl="0" eaLnBrk="1" latinLnBrk="0" hangingPunct="1">
        <a:spcBef>
          <a:spcPct val="20000"/>
        </a:spcBef>
        <a:buFont typeface="Arial"/>
        <a:buChar char="»"/>
        <a:defRPr sz="1920" b="0" i="0" kern="1200" baseline="0">
          <a:solidFill>
            <a:schemeClr val="tx1">
              <a:lumMod val="65000"/>
              <a:lumOff val="35000"/>
            </a:schemeClr>
          </a:solidFill>
          <a:latin typeface="Century Gothic" charset="0"/>
          <a:ea typeface="+mn-ea"/>
          <a:cs typeface="Avenir Roman"/>
        </a:defRPr>
      </a:lvl5pPr>
      <a:lvl6pPr marL="402336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 userDrawn="1">
          <p15:clr>
            <a:srgbClr val="F26B43"/>
          </p15:clr>
        </p15:guide>
        <p15:guide id="2" orient="horz" pos="49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li.do/event/vxedS52bnYCaGCUQoffH7N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lementlab/EnrichmentMeetings/blob/main/lessons/intro_to_scripting/examples/example_scripts.ipynb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lementlab/EnrichmentMeetings/blob/main/lessons/intro_to_scripting/cheat_sheets/bash-cheat-sheet.md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hpc.utah.edu/documentation/software/modules.php#sum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lementlab/EnrichmentMeetings/blob/main/lessons/intro_to_scripting/cheat_sheets/expect-cheat-sheet.md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li.do/event/vxedS52bnYCaGCUQoffH7N/embed/polls/1a46b908-5bd8-42e1-b0e4-d9e0d64c89b0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9BAC-9FFE-7624-8BAA-9DEAC8A7C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EF674-D1B8-5194-E384-494ADB77B5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Jacob Tye</a:t>
            </a:r>
          </a:p>
          <a:p>
            <a:r>
              <a:rPr lang="en-US" dirty="0"/>
              <a:t>January Enrichment Friday</a:t>
            </a:r>
          </a:p>
        </p:txBody>
      </p:sp>
    </p:spTree>
    <p:extLst>
      <p:ext uri="{BB962C8B-B14F-4D97-AF65-F5344CB8AC3E}">
        <p14:creationId xmlns:p14="http://schemas.microsoft.com/office/powerpoint/2010/main" val="270644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694482"/>
            <a:ext cx="12793980" cy="659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What Is a Script?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27673B-9245-FD60-44D2-8387AF4F706D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3815694547"/>
              </p:ext>
            </p:extLst>
          </p:nvPr>
        </p:nvGraphicFramePr>
        <p:xfrm>
          <a:off x="1104900" y="2114868"/>
          <a:ext cx="7279159" cy="5350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Bash Script for Loop Explained with Examples | phoenixNAP KB">
            <a:extLst>
              <a:ext uri="{FF2B5EF4-FFF2-40B4-BE49-F238E27FC236}">
                <a16:creationId xmlns:a16="http://schemas.microsoft.com/office/drawing/2014/main" id="{03357D3C-E733-F603-BF3D-7129C166FB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16"/>
          <a:stretch>
            <a:fillRect/>
          </a:stretch>
        </p:blipFill>
        <p:spPr bwMode="auto">
          <a:xfrm>
            <a:off x="8909222" y="2193838"/>
            <a:ext cx="5440958" cy="447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694482"/>
            <a:ext cx="12793980" cy="659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Benefits of Scripts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1C91E71-5B33-1DA3-7B86-251E1686E2F4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601329937"/>
              </p:ext>
            </p:extLst>
          </p:nvPr>
        </p:nvGraphicFramePr>
        <p:xfrm>
          <a:off x="1104900" y="2114868"/>
          <a:ext cx="12676414" cy="5350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4F0270E-D627-41A4-AB72-7E63F1E851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3F599F5-33E3-4161-B804-C1A6CE04F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728BD44-8319-43FA-8635-C3A6933318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EA348FE-01E4-4590-B488-C63771EB7F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759FEBE-FF9C-4394-A798-6403915D8B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9B62547-A747-49E4-9A10-F6A08D4BB9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D51DED5-1EF9-4777-AA88-5630C5740B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3170819-FEB1-4233-BE1F-9377B4DA4B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44A84A-BDF5-4252-A3E5-1A236EDAFC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91179D5-9231-48C9-AF23-D0E5F27217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E362807-41CC-4FE9-A7FB-4119E1DA6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A9A57E6-6FA7-448A-A957-97E168E28C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BD40242-1C68-4D58-AEAE-62B2BC5CE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9B27BC4-8599-490B-B9C8-ABD2B66105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162FEF8-14F1-462C-A41A-C5C625B021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9E186-F400-100D-F4F2-BF66A8D81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E599-5175-34E3-8A11-72323DB93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94482"/>
            <a:ext cx="12793980" cy="659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Types of Scripts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DFADF8-14FD-2EEA-BEE4-ECB6C02B1408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2825962655"/>
              </p:ext>
            </p:extLst>
          </p:nvPr>
        </p:nvGraphicFramePr>
        <p:xfrm>
          <a:off x="1104900" y="2114868"/>
          <a:ext cx="12676414" cy="5350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96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1A2E2BD-0A61-4436-84E2-85C29EE092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B662572-EC2B-4C4A-A8C1-D286EDDD4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B70AE76-52BC-4CD3-86F5-2050635D9F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0F49F6A-0543-4C83-9B29-6616B6ED3B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2C0614A-BB5C-4437-A2DF-4A2839FB0A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7B086B0-84CC-46ED-80D7-F792C14E29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A1C182-9575-4601-A730-43621ACA08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233E37-4BAB-4225-8008-09780A79DE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7BA5FE-21D0-4D05-A85D-F34A63BD12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74C91C-36D0-8609-5054-3E1860EFF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888" y="2852403"/>
            <a:ext cx="4682715" cy="468271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694482"/>
            <a:ext cx="12793980" cy="659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Tasks That Benefit from Scripting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9A1FC60-945A-2C9B-357F-84372EB39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2114868"/>
            <a:ext cx="11860696" cy="5350804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https://app.sli.do/event/vxedS52bnYCaGCUQoffH7N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694482"/>
            <a:ext cx="12793980" cy="659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When Not to Script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AD3E23-9E3C-0BBB-0F6D-5CAFA8273BF5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4150897295"/>
              </p:ext>
            </p:extLst>
          </p:nvPr>
        </p:nvGraphicFramePr>
        <p:xfrm>
          <a:off x="1104900" y="2114868"/>
          <a:ext cx="12676414" cy="5350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810824-B37E-4E64-9BED-804CD25B5E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725C71-C73E-4E41-A48D-79ED1BDC68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D8518B2-F6E8-4145-BABE-66E6AE1DC1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F14F097-2CB5-4C49-8CDE-98A9459F98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D2BDF9-D6BD-47D0-BEEA-60DF67F993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E5A4473-AE10-45F1-8D00-CDF418F571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66DAFA2-640D-43D0-A802-F226E0A9D8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F96BE6B-4652-4C45-B0B2-D0B4AF88CD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0"/>
            <a:r>
              <a:rPr lang="en-US" dirty="0">
                <a:hlinkClick r:id="rId2"/>
              </a:rPr>
              <a:t>https://github.com/clementlab/EnrichmentMeetings/blob/main/lessons/intro_to_scripting/examples/example_scripts.ipynb</a:t>
            </a:r>
            <a:endParaRPr lang="en-US" dirty="0"/>
          </a:p>
          <a:p>
            <a:pPr lvl="0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694482"/>
            <a:ext cx="12793980" cy="659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Intro to Bash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E395D8-ABEF-EBF0-1944-515B7E7AE6DE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2153576966"/>
              </p:ext>
            </p:extLst>
          </p:nvPr>
        </p:nvGraphicFramePr>
        <p:xfrm>
          <a:off x="1104900" y="2114868"/>
          <a:ext cx="12676414" cy="5350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7C3873E-3042-4240-9EEF-F082077101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F2F6A7-4142-483A-988F-4ECBD38894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EA3712E-52AB-409C-B68F-53F8B3A57C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655910-71E0-4A31-B200-D184AD9F5A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FA6ED04-36DB-4C79-BA66-885717B0DB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79CDCA0-FBEB-41B8-BEA3-C6C34AD757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D48B4C9-02E1-4F8F-9558-E717EA5772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BE1C2C-D016-4472-8947-18E7CA3C84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https://github.com/clementlab/EnrichmentMeetings/blob/main/lessons/intro_to_scripting/cheat_sheets/bash-cheat-sheet.md</a:t>
            </a:r>
            <a:endParaRPr lang="en-US" dirty="0"/>
          </a:p>
          <a:p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Bash Basics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0"/>
            <a:r>
              <a:rPr lang="en-US" dirty="0"/>
              <a:t>.</a:t>
            </a:r>
            <a:r>
              <a:rPr lang="en-US" dirty="0" err="1"/>
              <a:t>bashrc</a:t>
            </a:r>
            <a:r>
              <a:rPr lang="en-US" dirty="0"/>
              <a:t> runs automatically when you start a terminal</a:t>
            </a:r>
          </a:p>
          <a:p>
            <a:pPr lvl="0"/>
            <a:r>
              <a:rPr lang="en-US" dirty="0"/>
              <a:t>Used to customize your shell environment</a:t>
            </a:r>
          </a:p>
          <a:p>
            <a:pPr lvl="0"/>
            <a:r>
              <a:rPr lang="en-US" dirty="0"/>
              <a:t>CHPC discourages heavy edits to .</a:t>
            </a:r>
            <a:r>
              <a:rPr lang="en-US" dirty="0" err="1"/>
              <a:t>bashrc</a:t>
            </a:r>
            <a:r>
              <a:rPr lang="en-US" dirty="0"/>
              <a:t> to avoid breaking system behavior</a:t>
            </a:r>
          </a:p>
          <a:p>
            <a:pPr lvl="1"/>
            <a:r>
              <a:rPr lang="en-US" dirty="0">
                <a:hlinkClick r:id="rId2"/>
              </a:rPr>
              <a:t>https://www.chpc.utah.edu/documentation/software/modules.php#sum</a:t>
            </a:r>
            <a:endParaRPr lang="en-US" dirty="0"/>
          </a:p>
          <a:p>
            <a:pPr lvl="0"/>
            <a:r>
              <a:rPr lang="en-US" dirty="0"/>
              <a:t>Instead use custom.sh – A bash script!</a:t>
            </a:r>
          </a:p>
          <a:p>
            <a:pPr lvl="0"/>
            <a:r>
              <a:rPr lang="en-US" dirty="0"/>
              <a:t>Sourced by .</a:t>
            </a:r>
            <a:r>
              <a:rPr lang="en-US" dirty="0" err="1"/>
              <a:t>bashrc</a:t>
            </a:r>
            <a:br>
              <a:rPr lang="en-US" dirty="0"/>
            </a:b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Bash Configuration (.</a:t>
            </a:r>
            <a:r>
              <a:rPr dirty="0" err="1"/>
              <a:t>bashrc</a:t>
            </a:r>
            <a:r>
              <a:rPr dirty="0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https://github.com/clementlab/EnrichmentMeetings/blob/main/lessons/intro_to_scripting/cheat_sheets/expect-cheat-sheet.md</a:t>
            </a:r>
            <a:endParaRPr lang="en-US" dirty="0"/>
          </a:p>
          <a:p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 to Expect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US" dirty="0">
                <a:hlinkClick r:id="rId2"/>
              </a:rPr>
              <a:t>https://app.sli.do/event/vxedS52bnYCaGCUQoffH7N/embed/polls/1a46b908-5bd8-42e1-b0e4-d9e0d64c89b0</a:t>
            </a:r>
            <a:endParaRPr lang="en-US" dirty="0"/>
          </a:p>
          <a:p>
            <a:pPr indent="0"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Putting It All Together</a:t>
            </a:r>
            <a:r>
              <a:rPr lang="en-US" dirty="0"/>
              <a:t> – Let’s write a script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89543-0E5D-F8E6-3DBA-B56558F3E86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lement Lab Meeting Template (2)" id="{52B182DC-50C0-43FF-85D1-E66B8C07DBF1}" vid="{A36053A2-E7B7-45B9-BFE6-74743C2B1A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59eee7-cf13-43df-b7fb-891efb139330">
      <Terms xmlns="http://schemas.microsoft.com/office/infopath/2007/PartnerControls"/>
    </lcf76f155ced4ddcb4097134ff3c332f>
    <TaxCatchAll xmlns="422c5ea7-0157-4c3f-8890-206c436c36d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65068D8639C346A9A37FB99A64ABC0" ma:contentTypeVersion="9" ma:contentTypeDescription="Create a new document." ma:contentTypeScope="" ma:versionID="2aa8d879d5da48b196ce2c91aba6c276">
  <xsd:schema xmlns:xsd="http://www.w3.org/2001/XMLSchema" xmlns:xs="http://www.w3.org/2001/XMLSchema" xmlns:p="http://schemas.microsoft.com/office/2006/metadata/properties" xmlns:ns2="4c59eee7-cf13-43df-b7fb-891efb139330" xmlns:ns3="422c5ea7-0157-4c3f-8890-206c436c36de" targetNamespace="http://schemas.microsoft.com/office/2006/metadata/properties" ma:root="true" ma:fieldsID="13c8d4177f7ab9df268d8fb10ec234ad" ns2:_="" ns3:_="">
    <xsd:import namespace="4c59eee7-cf13-43df-b7fb-891efb139330"/>
    <xsd:import namespace="422c5ea7-0157-4c3f-8890-206c436c36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59eee7-cf13-43df-b7fb-891efb1393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4573f668-f3c2-41a3-9de5-80cf810034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c5ea7-0157-4c3f-8890-206c436c36d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6731422-752f-4af1-8fd8-a31373ed459c}" ma:internalName="TaxCatchAll" ma:showField="CatchAllData" ma:web="422c5ea7-0157-4c3f-8890-206c436c36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3462ED-A110-4372-B2E4-1CBC2E2305D1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402b49ca-617a-4412-a136-22a821ef8eb4"/>
    <ds:schemaRef ds:uri="http://purl.org/dc/terms/"/>
    <ds:schemaRef ds:uri="http://purl.org/dc/elements/1.1/"/>
    <ds:schemaRef ds:uri="4c59eee7-cf13-43df-b7fb-891efb139330"/>
    <ds:schemaRef ds:uri="422c5ea7-0157-4c3f-8890-206c436c36de"/>
  </ds:schemaRefs>
</ds:datastoreItem>
</file>

<file path=customXml/itemProps2.xml><?xml version="1.0" encoding="utf-8"?>
<ds:datastoreItem xmlns:ds="http://schemas.openxmlformats.org/officeDocument/2006/customXml" ds:itemID="{7582132D-9359-4DC4-8D90-1DE7D65866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59eee7-cf13-43df-b7fb-891efb139330"/>
    <ds:schemaRef ds:uri="422c5ea7-0157-4c3f-8890-206c436c36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FAD308-4D6E-45DC-9A80-8E8E18C8351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217e0e7-539d-4563-b1bf-7c6dcf074f91}" enabled="0" method="" siteId="{5217e0e7-539d-4563-b1bf-7c6dcf074f9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 of U template</Template>
  <TotalTime>1701</TotalTime>
  <Words>309</Words>
  <Application>Microsoft Office PowerPoint</Application>
  <PresentationFormat>Custom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Century Gothic Bold</vt:lpstr>
      <vt:lpstr>Century Gothic Bold Italic</vt:lpstr>
      <vt:lpstr>Office Theme</vt:lpstr>
      <vt:lpstr>Intro to Scripting</vt:lpstr>
      <vt:lpstr>What Is a Script?</vt:lpstr>
      <vt:lpstr>Benefits of Scripts</vt:lpstr>
      <vt:lpstr>Types of Scripts</vt:lpstr>
      <vt:lpstr>Tasks That Benefit from Scripting</vt:lpstr>
      <vt:lpstr>When Not to Script</vt:lpstr>
      <vt:lpstr>Examples</vt:lpstr>
      <vt:lpstr>Intro to Bash</vt:lpstr>
      <vt:lpstr>Bash Basics</vt:lpstr>
      <vt:lpstr>Bash Configuration (.bashrc)</vt:lpstr>
      <vt:lpstr>Intro to Expect</vt:lpstr>
      <vt:lpstr>Putting It All Together – Let’s write a script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Tye</dc:creator>
  <cp:lastModifiedBy>Jacob Tye</cp:lastModifiedBy>
  <cp:revision>10</cp:revision>
  <cp:lastPrinted>2016-08-31T21:58:28Z</cp:lastPrinted>
  <dcterms:created xsi:type="dcterms:W3CDTF">2026-01-27T20:25:25Z</dcterms:created>
  <dcterms:modified xsi:type="dcterms:W3CDTF">2026-01-29T21:47:10Z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d0b613d0-eeaa-4bf7-b935-ac5d14521d12</vt:lpwstr>
  </property>
  <property fmtid="{D5CDD505-2E9C-101B-9397-08002B2CF9AE}" pid="3" name="ContentTypeId">
    <vt:lpwstr>0x0101004865068D8639C346A9A37FB99A64ABC0</vt:lpwstr>
  </property>
</Properties>
</file>